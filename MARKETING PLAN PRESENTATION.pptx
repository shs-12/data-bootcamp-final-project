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5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5143500" cx="9144000"/>
  <p:notesSz cx="6858000" cy="9144000"/>
  <p:embeddedFontLst>
    <p:embeddedFont>
      <p:font typeface="DM Sans Medium"/>
      <p:regular r:id="rId25"/>
      <p:bold r:id="rId26"/>
      <p:italic r:id="rId27"/>
      <p:boldItalic r:id="rId28"/>
    </p:embeddedFont>
    <p:embeddedFont>
      <p:font typeface="DM Sans Light"/>
      <p:regular r:id="rId29"/>
      <p:bold r:id="rId30"/>
      <p:italic r:id="rId31"/>
      <p:boldItalic r:id="rId32"/>
    </p:embeddedFont>
    <p:embeddedFont>
      <p:font typeface="DM Sans"/>
      <p:regular r:id="rId33"/>
      <p:bold r:id="rId34"/>
      <p:italic r:id="rId35"/>
      <p:boldItalic r:id="rId36"/>
    </p:embeddedFont>
    <p:embeddedFont>
      <p:font typeface="Forum"/>
      <p:regular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DMSansMedium-bold.fntdata"/><Relationship Id="rId25" Type="http://schemas.openxmlformats.org/officeDocument/2006/relationships/font" Target="fonts/DMSansMedium-regular.fntdata"/><Relationship Id="rId28" Type="http://schemas.openxmlformats.org/officeDocument/2006/relationships/font" Target="fonts/DMSansMedium-boldItalic.fntdata"/><Relationship Id="rId27" Type="http://schemas.openxmlformats.org/officeDocument/2006/relationships/font" Target="fonts/DMSansMedium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DMSansLight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DMSansLight-italic.fntdata"/><Relationship Id="rId30" Type="http://schemas.openxmlformats.org/officeDocument/2006/relationships/font" Target="fonts/DMSansLight-bold.fntdata"/><Relationship Id="rId11" Type="http://schemas.openxmlformats.org/officeDocument/2006/relationships/slide" Target="slides/slide6.xml"/><Relationship Id="rId33" Type="http://schemas.openxmlformats.org/officeDocument/2006/relationships/font" Target="fonts/DMSans-regular.fntdata"/><Relationship Id="rId10" Type="http://schemas.openxmlformats.org/officeDocument/2006/relationships/slide" Target="slides/slide5.xml"/><Relationship Id="rId32" Type="http://schemas.openxmlformats.org/officeDocument/2006/relationships/font" Target="fonts/DMSansLight-boldItalic.fntdata"/><Relationship Id="rId13" Type="http://schemas.openxmlformats.org/officeDocument/2006/relationships/slide" Target="slides/slide8.xml"/><Relationship Id="rId35" Type="http://schemas.openxmlformats.org/officeDocument/2006/relationships/font" Target="fonts/DMSans-italic.fntdata"/><Relationship Id="rId12" Type="http://schemas.openxmlformats.org/officeDocument/2006/relationships/slide" Target="slides/slide7.xml"/><Relationship Id="rId34" Type="http://schemas.openxmlformats.org/officeDocument/2006/relationships/font" Target="fonts/DMSans-bold.fntdata"/><Relationship Id="rId15" Type="http://schemas.openxmlformats.org/officeDocument/2006/relationships/slide" Target="slides/slide10.xml"/><Relationship Id="rId37" Type="http://schemas.openxmlformats.org/officeDocument/2006/relationships/font" Target="fonts/Forum-regular.fntdata"/><Relationship Id="rId14" Type="http://schemas.openxmlformats.org/officeDocument/2006/relationships/slide" Target="slides/slide9.xml"/><Relationship Id="rId36" Type="http://schemas.openxmlformats.org/officeDocument/2006/relationships/font" Target="fonts/DMSans-boldItalic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g3b1c662ba0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2" name="Google Shape;452;g3b1c662ba0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g3b1c662ba01_0_4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0" name="Google Shape;470;g3b1c662ba01_0_4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3b1c662ba01_0_5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" name="Google Shape;492;g3b1c662ba01_0_5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g3b1c662ba01_0_6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8" name="Google Shape;498;g3b1c662ba01_0_6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g3b1c662ba01_0_6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4" name="Google Shape;504;g3b1c662ba01_0_6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g3b1c662ba01_0_6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2" name="Google Shape;512;g3b1c662ba01_0_6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3b1c662ba01_0_15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9" name="Google Shape;519;g3b1c662ba01_0_15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g3b1c662ba01_0_15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6" name="Google Shape;526;g3b1c662ba01_0_15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b1c662ba01_0_15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b1c662ba01_0_15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g3b1c662ba01_0_15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0" name="Google Shape;540;g3b1c662ba01_0_15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g3b1c662ba01_0_15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7" name="Google Shape;547;g3b1c662ba01_0_15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g3b1c662ba01_0_15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4" name="Google Shape;554;g3b1c662ba01_0_15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g3b1c662ba01_0_8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1" name="Google Shape;561;g3b1c662ba01_0_8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g3b1c662ba01_0_15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7" name="Google Shape;567;g3b1c662ba01_0_15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g3b1c662ba01_0_15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3" name="Google Shape;573;g3b1c662ba01_0_15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g3b1c662ba01_0_15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9" name="Google Shape;579;g3b1c662ba01_0_15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g3b1c662ba01_0_16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5" name="Google Shape;585;g3b1c662ba01_0_16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g3b1c662ba01_0_16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1" name="Google Shape;591;g3b1c662ba01_0_16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g3b1c662ba01_0_16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7" name="Google Shape;597;g3b1c662ba01_0_16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 type="blank">
  <p:cSld name="BLANK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228600" y="457200"/>
            <a:ext cx="8686800" cy="22806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noAutofit/>
          </a:bodyPr>
          <a:lstStyle>
            <a:lvl1pPr lv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/>
            </a:lvl1pPr>
            <a:lvl2pPr lvl="1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/>
            </a:lvl2pPr>
            <a:lvl3pPr lvl="2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/>
            </a:lvl3pPr>
            <a:lvl4pPr lvl="3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/>
            </a:lvl4pPr>
            <a:lvl5pPr lvl="4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/>
            </a:lvl5pPr>
            <a:lvl6pPr lvl="5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/>
            </a:lvl6pPr>
            <a:lvl7pPr lvl="6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/>
            </a:lvl7pPr>
            <a:lvl8pPr lvl="7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/>
            </a:lvl8pPr>
            <a:lvl9pPr lvl="8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/>
            </a:lvl9pPr>
          </a:lstStyle>
          <a:p/>
        </p:txBody>
      </p:sp>
      <p:sp>
        <p:nvSpPr>
          <p:cNvPr id="11" name="Google Shape;11;p2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sz="700">
              <a:solidFill>
                <a:schemeClr val="accent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3" name="Google Shape;13;p2"/>
          <p:cNvSpPr/>
          <p:nvPr>
            <p:ph idx="2" type="pic"/>
          </p:nvPr>
        </p:nvSpPr>
        <p:spPr>
          <a:xfrm>
            <a:off x="228575" y="3005550"/>
            <a:ext cx="1636200" cy="7746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4" name="Google Shape;14;p2"/>
          <p:cNvSpPr/>
          <p:nvPr>
            <p:ph idx="3" type="pic"/>
          </p:nvPr>
        </p:nvSpPr>
        <p:spPr>
          <a:xfrm>
            <a:off x="1149025" y="3909225"/>
            <a:ext cx="1543500" cy="774600"/>
          </a:xfrm>
          <a:prstGeom prst="roundRect">
            <a:avLst>
              <a:gd fmla="val 16696" name="adj"/>
            </a:avLst>
          </a:prstGeom>
          <a:noFill/>
          <a:ln>
            <a:noFill/>
          </a:ln>
        </p:spPr>
      </p:sp>
      <p:sp>
        <p:nvSpPr>
          <p:cNvPr id="15" name="Google Shape;15;p2"/>
          <p:cNvSpPr/>
          <p:nvPr>
            <p:ph idx="4" type="pic"/>
          </p:nvPr>
        </p:nvSpPr>
        <p:spPr>
          <a:xfrm>
            <a:off x="3525075" y="3005550"/>
            <a:ext cx="1599900" cy="774600"/>
          </a:xfrm>
          <a:prstGeom prst="roundRect">
            <a:avLst>
              <a:gd fmla="val 16696" name="adj"/>
            </a:avLst>
          </a:prstGeom>
          <a:noFill/>
          <a:ln>
            <a:noFill/>
          </a:ln>
        </p:spPr>
      </p:sp>
      <p:sp>
        <p:nvSpPr>
          <p:cNvPr id="16" name="Google Shape;16;p2"/>
          <p:cNvSpPr/>
          <p:nvPr>
            <p:ph idx="5" type="pic"/>
          </p:nvPr>
        </p:nvSpPr>
        <p:spPr>
          <a:xfrm>
            <a:off x="5271025" y="3005450"/>
            <a:ext cx="1118400" cy="1682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7" name="Google Shape;17;p2"/>
          <p:cNvSpPr/>
          <p:nvPr>
            <p:ph idx="6" type="pic"/>
          </p:nvPr>
        </p:nvSpPr>
        <p:spPr>
          <a:xfrm>
            <a:off x="7796850" y="3003650"/>
            <a:ext cx="1118400" cy="16734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8" name="Google Shape;18;p2"/>
          <p:cNvSpPr/>
          <p:nvPr>
            <p:ph idx="7" type="pic"/>
          </p:nvPr>
        </p:nvSpPr>
        <p:spPr>
          <a:xfrm>
            <a:off x="230525" y="3909225"/>
            <a:ext cx="774600" cy="774600"/>
          </a:xfrm>
          <a:prstGeom prst="roundRect">
            <a:avLst>
              <a:gd fmla="val 16696" name="adj"/>
            </a:avLst>
          </a:prstGeom>
          <a:noFill/>
          <a:ln>
            <a:noFill/>
          </a:ln>
        </p:spPr>
      </p:sp>
      <p:sp>
        <p:nvSpPr>
          <p:cNvPr id="19" name="Google Shape;19;p2"/>
          <p:cNvSpPr/>
          <p:nvPr>
            <p:ph idx="8" type="pic"/>
          </p:nvPr>
        </p:nvSpPr>
        <p:spPr>
          <a:xfrm>
            <a:off x="2838375" y="3909225"/>
            <a:ext cx="1368300" cy="774600"/>
          </a:xfrm>
          <a:prstGeom prst="roundRect">
            <a:avLst>
              <a:gd fmla="val 19797" name="adj"/>
            </a:avLst>
          </a:prstGeom>
          <a:noFill/>
          <a:ln>
            <a:noFill/>
          </a:ln>
        </p:spPr>
      </p:sp>
      <p:sp>
        <p:nvSpPr>
          <p:cNvPr id="20" name="Google Shape;20;p2"/>
          <p:cNvSpPr/>
          <p:nvPr>
            <p:ph idx="9" type="pic"/>
          </p:nvPr>
        </p:nvSpPr>
        <p:spPr>
          <a:xfrm>
            <a:off x="6535600" y="3008850"/>
            <a:ext cx="1118400" cy="767700"/>
          </a:xfrm>
          <a:prstGeom prst="roundRect">
            <a:avLst>
              <a:gd fmla="val 20115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ALT 2">
  <p:cSld name="CUSTOM_3_1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title"/>
          </p:nvPr>
        </p:nvSpPr>
        <p:spPr>
          <a:xfrm>
            <a:off x="228600" y="460100"/>
            <a:ext cx="86868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accent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3" name="Google Shape;23;p3"/>
          <p:cNvSpPr txBox="1"/>
          <p:nvPr>
            <p:ph idx="1" type="subTitle"/>
          </p:nvPr>
        </p:nvSpPr>
        <p:spPr>
          <a:xfrm>
            <a:off x="792675" y="2291175"/>
            <a:ext cx="3642900" cy="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4" name="Google Shape;24;p3"/>
          <p:cNvSpPr txBox="1"/>
          <p:nvPr>
            <p:ph idx="2" type="subTitle"/>
          </p:nvPr>
        </p:nvSpPr>
        <p:spPr>
          <a:xfrm>
            <a:off x="5089225" y="2291175"/>
            <a:ext cx="3826200" cy="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5" name="Google Shape;25;p3"/>
          <p:cNvSpPr txBox="1"/>
          <p:nvPr>
            <p:ph idx="3" type="subTitle"/>
          </p:nvPr>
        </p:nvSpPr>
        <p:spPr>
          <a:xfrm>
            <a:off x="2571250" y="3086650"/>
            <a:ext cx="3418200" cy="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26" name="Google Shape;26;p3"/>
          <p:cNvSpPr txBox="1"/>
          <p:nvPr>
            <p:ph idx="4" type="subTitle"/>
          </p:nvPr>
        </p:nvSpPr>
        <p:spPr>
          <a:xfrm>
            <a:off x="6867700" y="3086650"/>
            <a:ext cx="3102900" cy="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5" type="subTitle"/>
          </p:nvPr>
        </p:nvSpPr>
        <p:spPr>
          <a:xfrm>
            <a:off x="792675" y="3888950"/>
            <a:ext cx="3523500" cy="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28" name="Google Shape;28;p3"/>
          <p:cNvSpPr txBox="1"/>
          <p:nvPr>
            <p:ph idx="6" type="subTitle"/>
          </p:nvPr>
        </p:nvSpPr>
        <p:spPr>
          <a:xfrm>
            <a:off x="5089225" y="3888950"/>
            <a:ext cx="3826200" cy="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29" name="Google Shape;29;p3"/>
          <p:cNvSpPr txBox="1"/>
          <p:nvPr>
            <p:ph idx="7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0" name="Google Shape;30;p3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sz="700">
              <a:solidFill>
                <a:schemeClr val="accent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ALT 2">
  <p:cSld name="BLANK_1">
    <p:bg>
      <p:bgPr>
        <a:solidFill>
          <a:schemeClr val="dk2"/>
        </a:solid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4"/>
          <p:cNvSpPr txBox="1"/>
          <p:nvPr>
            <p:ph type="title"/>
          </p:nvPr>
        </p:nvSpPr>
        <p:spPr>
          <a:xfrm>
            <a:off x="228600" y="3389761"/>
            <a:ext cx="4704000" cy="15906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/>
            </a:lvl1pPr>
            <a:lvl2pPr lvl="1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Forum"/>
              <a:buNone/>
              <a:defRPr sz="4800">
                <a:latin typeface="Forum"/>
                <a:ea typeface="Forum"/>
                <a:cs typeface="Forum"/>
                <a:sym typeface="Forum"/>
              </a:defRPr>
            </a:lvl2pPr>
            <a:lvl3pPr lvl="2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Forum"/>
              <a:buNone/>
              <a:defRPr sz="4800">
                <a:latin typeface="Forum"/>
                <a:ea typeface="Forum"/>
                <a:cs typeface="Forum"/>
                <a:sym typeface="Forum"/>
              </a:defRPr>
            </a:lvl3pPr>
            <a:lvl4pPr lvl="3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Forum"/>
              <a:buNone/>
              <a:defRPr sz="4800">
                <a:latin typeface="Forum"/>
                <a:ea typeface="Forum"/>
                <a:cs typeface="Forum"/>
                <a:sym typeface="Forum"/>
              </a:defRPr>
            </a:lvl4pPr>
            <a:lvl5pPr lvl="4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Forum"/>
              <a:buNone/>
              <a:defRPr sz="4800">
                <a:latin typeface="Forum"/>
                <a:ea typeface="Forum"/>
                <a:cs typeface="Forum"/>
                <a:sym typeface="Forum"/>
              </a:defRPr>
            </a:lvl5pPr>
            <a:lvl6pPr lvl="5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Forum"/>
              <a:buNone/>
              <a:defRPr sz="4800">
                <a:latin typeface="Forum"/>
                <a:ea typeface="Forum"/>
                <a:cs typeface="Forum"/>
                <a:sym typeface="Forum"/>
              </a:defRPr>
            </a:lvl6pPr>
            <a:lvl7pPr lvl="6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Forum"/>
              <a:buNone/>
              <a:defRPr sz="4800">
                <a:latin typeface="Forum"/>
                <a:ea typeface="Forum"/>
                <a:cs typeface="Forum"/>
                <a:sym typeface="Forum"/>
              </a:defRPr>
            </a:lvl7pPr>
            <a:lvl8pPr lvl="7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Forum"/>
              <a:buNone/>
              <a:defRPr sz="4800">
                <a:latin typeface="Forum"/>
                <a:ea typeface="Forum"/>
                <a:cs typeface="Forum"/>
                <a:sym typeface="Forum"/>
              </a:defRPr>
            </a:lvl8pPr>
            <a:lvl9pPr lvl="8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Forum"/>
              <a:buNone/>
              <a:defRPr sz="48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33" name="Google Shape;33;p4"/>
          <p:cNvSpPr txBox="1"/>
          <p:nvPr>
            <p:ph idx="1" type="subTitle"/>
          </p:nvPr>
        </p:nvSpPr>
        <p:spPr>
          <a:xfrm>
            <a:off x="5468675" y="457200"/>
            <a:ext cx="3446700" cy="134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4" name="Google Shape;34;p4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sz="7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ALT 1">
  <p:cSld name="BLANK_1_1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5"/>
          <p:cNvSpPr txBox="1"/>
          <p:nvPr>
            <p:ph idx="1" type="body"/>
          </p:nvPr>
        </p:nvSpPr>
        <p:spPr>
          <a:xfrm>
            <a:off x="5482425" y="413676"/>
            <a:ext cx="3446700" cy="143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9pPr>
          </a:lstStyle>
          <a:p/>
        </p:txBody>
      </p:sp>
      <p:sp>
        <p:nvSpPr>
          <p:cNvPr id="37" name="Google Shape;37;p5"/>
          <p:cNvSpPr txBox="1"/>
          <p:nvPr>
            <p:ph type="title"/>
          </p:nvPr>
        </p:nvSpPr>
        <p:spPr>
          <a:xfrm>
            <a:off x="228600" y="399325"/>
            <a:ext cx="3531300" cy="6246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/>
            </a:lvl1pPr>
            <a:lvl2pPr lvl="1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2pPr>
            <a:lvl3pPr lvl="2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3pPr>
            <a:lvl4pPr lvl="3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4pPr>
            <a:lvl5pPr lvl="4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5pPr>
            <a:lvl6pPr lvl="5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6pPr>
            <a:lvl7pPr lvl="6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7pPr>
            <a:lvl8pPr lvl="7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8pPr>
            <a:lvl9pPr lvl="8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38" name="Google Shape;38;p5"/>
          <p:cNvSpPr txBox="1"/>
          <p:nvPr>
            <p:ph idx="2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9" name="Google Shape;39;p5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sz="700">
              <a:solidFill>
                <a:schemeClr val="accent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mall">
  <p:cSld name="BLANK_1_1_4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/>
          <p:nvPr>
            <p:ph type="title"/>
          </p:nvPr>
        </p:nvSpPr>
        <p:spPr>
          <a:xfrm>
            <a:off x="228600" y="399325"/>
            <a:ext cx="3119700" cy="6246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orum"/>
              <a:buNone/>
              <a:defRPr sz="2800"/>
            </a:lvl1pPr>
            <a:lvl2pPr lvl="1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orum"/>
              <a:buNone/>
              <a:defRPr sz="2800">
                <a:latin typeface="Forum"/>
                <a:ea typeface="Forum"/>
                <a:cs typeface="Forum"/>
                <a:sym typeface="Forum"/>
              </a:defRPr>
            </a:lvl2pPr>
            <a:lvl3pPr lvl="2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orum"/>
              <a:buNone/>
              <a:defRPr sz="2800">
                <a:latin typeface="Forum"/>
                <a:ea typeface="Forum"/>
                <a:cs typeface="Forum"/>
                <a:sym typeface="Forum"/>
              </a:defRPr>
            </a:lvl3pPr>
            <a:lvl4pPr lvl="3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orum"/>
              <a:buNone/>
              <a:defRPr sz="2800">
                <a:latin typeface="Forum"/>
                <a:ea typeface="Forum"/>
                <a:cs typeface="Forum"/>
                <a:sym typeface="Forum"/>
              </a:defRPr>
            </a:lvl4pPr>
            <a:lvl5pPr lvl="4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orum"/>
              <a:buNone/>
              <a:defRPr sz="2800">
                <a:latin typeface="Forum"/>
                <a:ea typeface="Forum"/>
                <a:cs typeface="Forum"/>
                <a:sym typeface="Forum"/>
              </a:defRPr>
            </a:lvl5pPr>
            <a:lvl6pPr lvl="5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orum"/>
              <a:buNone/>
              <a:defRPr sz="2800">
                <a:latin typeface="Forum"/>
                <a:ea typeface="Forum"/>
                <a:cs typeface="Forum"/>
                <a:sym typeface="Forum"/>
              </a:defRPr>
            </a:lvl6pPr>
            <a:lvl7pPr lvl="6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orum"/>
              <a:buNone/>
              <a:defRPr sz="2800">
                <a:latin typeface="Forum"/>
                <a:ea typeface="Forum"/>
                <a:cs typeface="Forum"/>
                <a:sym typeface="Forum"/>
              </a:defRPr>
            </a:lvl7pPr>
            <a:lvl8pPr lvl="7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orum"/>
              <a:buNone/>
              <a:defRPr sz="2800">
                <a:latin typeface="Forum"/>
                <a:ea typeface="Forum"/>
                <a:cs typeface="Forum"/>
                <a:sym typeface="Forum"/>
              </a:defRPr>
            </a:lvl8pPr>
            <a:lvl9pPr lvl="8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orum"/>
              <a:buNone/>
              <a:defRPr sz="28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42" name="Google Shape;42;p6"/>
          <p:cNvSpPr txBox="1"/>
          <p:nvPr>
            <p:ph idx="1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43" name="Google Shape;43;p6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sz="700">
              <a:solidFill>
                <a:schemeClr val="accent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et the team Small">
  <p:cSld name="BLANK_1_1_2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"/>
          <p:cNvSpPr/>
          <p:nvPr>
            <p:ph idx="2" type="pic"/>
          </p:nvPr>
        </p:nvSpPr>
        <p:spPr>
          <a:xfrm>
            <a:off x="228600" y="1895250"/>
            <a:ext cx="1118100" cy="1118100"/>
          </a:xfrm>
          <a:prstGeom prst="roundRect">
            <a:avLst>
              <a:gd fmla="val 17439" name="adj"/>
            </a:avLst>
          </a:prstGeom>
          <a:noFill/>
          <a:ln>
            <a:noFill/>
          </a:ln>
        </p:spPr>
      </p:sp>
      <p:sp>
        <p:nvSpPr>
          <p:cNvPr id="46" name="Google Shape;46;p7"/>
          <p:cNvSpPr/>
          <p:nvPr>
            <p:ph idx="3" type="pic"/>
          </p:nvPr>
        </p:nvSpPr>
        <p:spPr>
          <a:xfrm>
            <a:off x="2913463" y="1895250"/>
            <a:ext cx="1118100" cy="1118100"/>
          </a:xfrm>
          <a:prstGeom prst="roundRect">
            <a:avLst>
              <a:gd fmla="val 17439" name="adj"/>
            </a:avLst>
          </a:prstGeom>
          <a:noFill/>
          <a:ln>
            <a:noFill/>
          </a:ln>
        </p:spPr>
      </p:sp>
      <p:sp>
        <p:nvSpPr>
          <p:cNvPr id="47" name="Google Shape;47;p7"/>
          <p:cNvSpPr/>
          <p:nvPr>
            <p:ph idx="4" type="pic"/>
          </p:nvPr>
        </p:nvSpPr>
        <p:spPr>
          <a:xfrm>
            <a:off x="5594838" y="1895250"/>
            <a:ext cx="1118100" cy="1118100"/>
          </a:xfrm>
          <a:prstGeom prst="roundRect">
            <a:avLst>
              <a:gd fmla="val 17439" name="adj"/>
            </a:avLst>
          </a:prstGeom>
          <a:noFill/>
          <a:ln>
            <a:noFill/>
          </a:ln>
        </p:spPr>
      </p:sp>
      <p:sp>
        <p:nvSpPr>
          <p:cNvPr id="48" name="Google Shape;48;p7"/>
          <p:cNvSpPr/>
          <p:nvPr>
            <p:ph idx="5" type="pic"/>
          </p:nvPr>
        </p:nvSpPr>
        <p:spPr>
          <a:xfrm>
            <a:off x="1340925" y="3563600"/>
            <a:ext cx="1118100" cy="1118100"/>
          </a:xfrm>
          <a:prstGeom prst="roundRect">
            <a:avLst>
              <a:gd fmla="val 17439" name="adj"/>
            </a:avLst>
          </a:prstGeom>
          <a:noFill/>
          <a:ln>
            <a:noFill/>
          </a:ln>
        </p:spPr>
      </p:sp>
      <p:sp>
        <p:nvSpPr>
          <p:cNvPr id="49" name="Google Shape;49;p7"/>
          <p:cNvSpPr/>
          <p:nvPr>
            <p:ph idx="6" type="pic"/>
          </p:nvPr>
        </p:nvSpPr>
        <p:spPr>
          <a:xfrm>
            <a:off x="4024275" y="3563600"/>
            <a:ext cx="1118100" cy="1118100"/>
          </a:xfrm>
          <a:prstGeom prst="roundRect">
            <a:avLst>
              <a:gd fmla="val 17439" name="adj"/>
            </a:avLst>
          </a:prstGeom>
          <a:noFill/>
          <a:ln>
            <a:noFill/>
          </a:ln>
        </p:spPr>
      </p:sp>
      <p:sp>
        <p:nvSpPr>
          <p:cNvPr id="50" name="Google Shape;50;p7"/>
          <p:cNvSpPr/>
          <p:nvPr>
            <p:ph idx="7" type="pic"/>
          </p:nvPr>
        </p:nvSpPr>
        <p:spPr>
          <a:xfrm>
            <a:off x="6708900" y="3563600"/>
            <a:ext cx="1118100" cy="1118100"/>
          </a:xfrm>
          <a:prstGeom prst="roundRect">
            <a:avLst>
              <a:gd fmla="val 17439" name="adj"/>
            </a:avLst>
          </a:prstGeom>
          <a:noFill/>
          <a:ln>
            <a:noFill/>
          </a:ln>
        </p:spPr>
      </p:sp>
      <p:sp>
        <p:nvSpPr>
          <p:cNvPr id="51" name="Google Shape;51;p7"/>
          <p:cNvSpPr txBox="1"/>
          <p:nvPr>
            <p:ph idx="1" type="subTitle"/>
          </p:nvPr>
        </p:nvSpPr>
        <p:spPr>
          <a:xfrm>
            <a:off x="1347975" y="2325217"/>
            <a:ext cx="1115700" cy="1569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52" name="Google Shape;52;p7"/>
          <p:cNvSpPr txBox="1"/>
          <p:nvPr>
            <p:ph idx="8" type="subTitle"/>
          </p:nvPr>
        </p:nvSpPr>
        <p:spPr>
          <a:xfrm>
            <a:off x="1347975" y="2538374"/>
            <a:ext cx="1115700" cy="5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53" name="Google Shape;53;p7"/>
          <p:cNvSpPr txBox="1"/>
          <p:nvPr>
            <p:ph idx="9" type="subTitle"/>
          </p:nvPr>
        </p:nvSpPr>
        <p:spPr>
          <a:xfrm>
            <a:off x="4029350" y="2538374"/>
            <a:ext cx="1115700" cy="5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54" name="Google Shape;54;p7"/>
          <p:cNvSpPr txBox="1"/>
          <p:nvPr>
            <p:ph idx="13" type="subTitle"/>
          </p:nvPr>
        </p:nvSpPr>
        <p:spPr>
          <a:xfrm>
            <a:off x="6726463" y="2538374"/>
            <a:ext cx="1115700" cy="5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55" name="Google Shape;55;p7"/>
          <p:cNvSpPr txBox="1"/>
          <p:nvPr>
            <p:ph idx="14" type="subTitle"/>
          </p:nvPr>
        </p:nvSpPr>
        <p:spPr>
          <a:xfrm>
            <a:off x="2460300" y="4203499"/>
            <a:ext cx="1115700" cy="5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56" name="Google Shape;56;p7"/>
          <p:cNvSpPr txBox="1"/>
          <p:nvPr>
            <p:ph idx="15" type="subTitle"/>
          </p:nvPr>
        </p:nvSpPr>
        <p:spPr>
          <a:xfrm>
            <a:off x="5143650" y="4203499"/>
            <a:ext cx="1115700" cy="5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57" name="Google Shape;57;p7"/>
          <p:cNvSpPr txBox="1"/>
          <p:nvPr>
            <p:ph idx="16" type="subTitle"/>
          </p:nvPr>
        </p:nvSpPr>
        <p:spPr>
          <a:xfrm>
            <a:off x="7828275" y="4203499"/>
            <a:ext cx="1115700" cy="5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58" name="Google Shape;58;p7"/>
          <p:cNvSpPr txBox="1"/>
          <p:nvPr>
            <p:ph type="title"/>
          </p:nvPr>
        </p:nvSpPr>
        <p:spPr>
          <a:xfrm>
            <a:off x="228600" y="399325"/>
            <a:ext cx="3531300" cy="6246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/>
            </a:lvl1pPr>
            <a:lvl2pPr lvl="1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2pPr>
            <a:lvl3pPr lvl="2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3pPr>
            <a:lvl4pPr lvl="3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4pPr>
            <a:lvl5pPr lvl="4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5pPr>
            <a:lvl6pPr lvl="5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6pPr>
            <a:lvl7pPr lvl="6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7pPr>
            <a:lvl8pPr lvl="7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8pPr>
            <a:lvl9pPr lvl="8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59" name="Google Shape;59;p7"/>
          <p:cNvSpPr txBox="1"/>
          <p:nvPr>
            <p:ph idx="17" type="subTitle"/>
          </p:nvPr>
        </p:nvSpPr>
        <p:spPr>
          <a:xfrm>
            <a:off x="4026975" y="2325217"/>
            <a:ext cx="1115700" cy="1569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orum"/>
              <a:buNone/>
              <a:defRPr sz="12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orum"/>
              <a:buNone/>
              <a:defRPr sz="12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orum"/>
              <a:buNone/>
              <a:defRPr sz="12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orum"/>
              <a:buNone/>
              <a:defRPr sz="12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orum"/>
              <a:buNone/>
              <a:defRPr sz="12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orum"/>
              <a:buNone/>
              <a:defRPr sz="12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orum"/>
              <a:buNone/>
              <a:defRPr sz="12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orum"/>
              <a:buNone/>
              <a:defRPr sz="12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60" name="Google Shape;60;p7"/>
          <p:cNvSpPr txBox="1"/>
          <p:nvPr>
            <p:ph idx="18" type="subTitle"/>
          </p:nvPr>
        </p:nvSpPr>
        <p:spPr>
          <a:xfrm>
            <a:off x="6708175" y="2325217"/>
            <a:ext cx="1115700" cy="1569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61" name="Google Shape;61;p7"/>
          <p:cNvSpPr txBox="1"/>
          <p:nvPr>
            <p:ph idx="19" type="subTitle"/>
          </p:nvPr>
        </p:nvSpPr>
        <p:spPr>
          <a:xfrm>
            <a:off x="2457750" y="3991542"/>
            <a:ext cx="1115700" cy="1569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62" name="Google Shape;62;p7"/>
          <p:cNvSpPr txBox="1"/>
          <p:nvPr>
            <p:ph idx="20" type="subTitle"/>
          </p:nvPr>
        </p:nvSpPr>
        <p:spPr>
          <a:xfrm>
            <a:off x="5142375" y="3991542"/>
            <a:ext cx="1115700" cy="1569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orum"/>
              <a:buNone/>
              <a:defRPr sz="12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orum"/>
              <a:buNone/>
              <a:defRPr sz="12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orum"/>
              <a:buNone/>
              <a:defRPr sz="12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orum"/>
              <a:buNone/>
              <a:defRPr sz="12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orum"/>
              <a:buNone/>
              <a:defRPr sz="12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orum"/>
              <a:buNone/>
              <a:defRPr sz="12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orum"/>
              <a:buNone/>
              <a:defRPr sz="12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orum"/>
              <a:buNone/>
              <a:defRPr sz="12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63" name="Google Shape;63;p7"/>
          <p:cNvSpPr txBox="1"/>
          <p:nvPr>
            <p:ph idx="21" type="subTitle"/>
          </p:nvPr>
        </p:nvSpPr>
        <p:spPr>
          <a:xfrm>
            <a:off x="7825725" y="3991542"/>
            <a:ext cx="1115700" cy="1569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64" name="Google Shape;64;p7"/>
          <p:cNvSpPr txBox="1"/>
          <p:nvPr>
            <p:ph idx="22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65" name="Google Shape;65;p7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sz="700">
              <a:solidFill>
                <a:schemeClr val="accent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et the team Medium">
  <p:cSld name="BLANK_1_1_2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8"/>
          <p:cNvSpPr/>
          <p:nvPr>
            <p:ph idx="2" type="pic"/>
          </p:nvPr>
        </p:nvSpPr>
        <p:spPr>
          <a:xfrm>
            <a:off x="228600" y="1512356"/>
            <a:ext cx="1074900" cy="1505100"/>
          </a:xfrm>
          <a:prstGeom prst="roundRect">
            <a:avLst>
              <a:gd fmla="val 17439" name="adj"/>
            </a:avLst>
          </a:prstGeom>
          <a:noFill/>
          <a:ln>
            <a:noFill/>
          </a:ln>
        </p:spPr>
      </p:sp>
      <p:sp>
        <p:nvSpPr>
          <p:cNvPr id="68" name="Google Shape;68;p8"/>
          <p:cNvSpPr txBox="1"/>
          <p:nvPr>
            <p:ph idx="1" type="subTitle"/>
          </p:nvPr>
        </p:nvSpPr>
        <p:spPr>
          <a:xfrm>
            <a:off x="1305750" y="2370426"/>
            <a:ext cx="1615500" cy="46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69" name="Google Shape;69;p8"/>
          <p:cNvSpPr txBox="1"/>
          <p:nvPr>
            <p:ph idx="3" type="subTitle"/>
          </p:nvPr>
        </p:nvSpPr>
        <p:spPr>
          <a:xfrm>
            <a:off x="1305750" y="2829850"/>
            <a:ext cx="1445400" cy="5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70" name="Google Shape;70;p8"/>
          <p:cNvSpPr/>
          <p:nvPr>
            <p:ph idx="4" type="pic"/>
          </p:nvPr>
        </p:nvSpPr>
        <p:spPr>
          <a:xfrm>
            <a:off x="228600" y="3173818"/>
            <a:ext cx="1074900" cy="1505100"/>
          </a:xfrm>
          <a:prstGeom prst="roundRect">
            <a:avLst>
              <a:gd fmla="val 17439" name="adj"/>
            </a:avLst>
          </a:prstGeom>
          <a:noFill/>
          <a:ln>
            <a:noFill/>
          </a:ln>
        </p:spPr>
      </p:sp>
      <p:sp>
        <p:nvSpPr>
          <p:cNvPr id="71" name="Google Shape;71;p8"/>
          <p:cNvSpPr txBox="1"/>
          <p:nvPr>
            <p:ph idx="5" type="subTitle"/>
          </p:nvPr>
        </p:nvSpPr>
        <p:spPr>
          <a:xfrm>
            <a:off x="1305750" y="4031889"/>
            <a:ext cx="1615500" cy="46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72" name="Google Shape;72;p8"/>
          <p:cNvSpPr txBox="1"/>
          <p:nvPr>
            <p:ph idx="6" type="subTitle"/>
          </p:nvPr>
        </p:nvSpPr>
        <p:spPr>
          <a:xfrm>
            <a:off x="1305750" y="4491312"/>
            <a:ext cx="1445400" cy="5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73" name="Google Shape;73;p8"/>
          <p:cNvSpPr/>
          <p:nvPr>
            <p:ph idx="7" type="pic"/>
          </p:nvPr>
        </p:nvSpPr>
        <p:spPr>
          <a:xfrm>
            <a:off x="3154650" y="1512356"/>
            <a:ext cx="1074900" cy="1505100"/>
          </a:xfrm>
          <a:prstGeom prst="roundRect">
            <a:avLst>
              <a:gd fmla="val 17439" name="adj"/>
            </a:avLst>
          </a:prstGeom>
          <a:noFill/>
          <a:ln>
            <a:noFill/>
          </a:ln>
        </p:spPr>
      </p:sp>
      <p:sp>
        <p:nvSpPr>
          <p:cNvPr id="74" name="Google Shape;74;p8"/>
          <p:cNvSpPr txBox="1"/>
          <p:nvPr>
            <p:ph idx="8" type="subTitle"/>
          </p:nvPr>
        </p:nvSpPr>
        <p:spPr>
          <a:xfrm>
            <a:off x="4231800" y="2370426"/>
            <a:ext cx="1615500" cy="46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75" name="Google Shape;75;p8"/>
          <p:cNvSpPr txBox="1"/>
          <p:nvPr>
            <p:ph idx="9" type="subTitle"/>
          </p:nvPr>
        </p:nvSpPr>
        <p:spPr>
          <a:xfrm>
            <a:off x="4231800" y="2829850"/>
            <a:ext cx="1445400" cy="5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76" name="Google Shape;76;p8"/>
          <p:cNvSpPr/>
          <p:nvPr>
            <p:ph idx="13" type="pic"/>
          </p:nvPr>
        </p:nvSpPr>
        <p:spPr>
          <a:xfrm>
            <a:off x="3154650" y="3173818"/>
            <a:ext cx="1074900" cy="1505100"/>
          </a:xfrm>
          <a:prstGeom prst="roundRect">
            <a:avLst>
              <a:gd fmla="val 17439" name="adj"/>
            </a:avLst>
          </a:prstGeom>
          <a:noFill/>
          <a:ln>
            <a:noFill/>
          </a:ln>
        </p:spPr>
      </p:sp>
      <p:sp>
        <p:nvSpPr>
          <p:cNvPr id="77" name="Google Shape;77;p8"/>
          <p:cNvSpPr txBox="1"/>
          <p:nvPr>
            <p:ph idx="14" type="subTitle"/>
          </p:nvPr>
        </p:nvSpPr>
        <p:spPr>
          <a:xfrm>
            <a:off x="4231800" y="4031889"/>
            <a:ext cx="1615500" cy="46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78" name="Google Shape;78;p8"/>
          <p:cNvSpPr/>
          <p:nvPr>
            <p:ph idx="15" type="pic"/>
          </p:nvPr>
        </p:nvSpPr>
        <p:spPr>
          <a:xfrm>
            <a:off x="6080700" y="1512356"/>
            <a:ext cx="1074900" cy="1505100"/>
          </a:xfrm>
          <a:prstGeom prst="roundRect">
            <a:avLst>
              <a:gd fmla="val 17439" name="adj"/>
            </a:avLst>
          </a:prstGeom>
          <a:noFill/>
          <a:ln>
            <a:noFill/>
          </a:ln>
        </p:spPr>
      </p:sp>
      <p:sp>
        <p:nvSpPr>
          <p:cNvPr id="79" name="Google Shape;79;p8"/>
          <p:cNvSpPr txBox="1"/>
          <p:nvPr>
            <p:ph idx="16" type="subTitle"/>
          </p:nvPr>
        </p:nvSpPr>
        <p:spPr>
          <a:xfrm>
            <a:off x="7157850" y="2370426"/>
            <a:ext cx="1615500" cy="46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80" name="Google Shape;80;p8"/>
          <p:cNvSpPr txBox="1"/>
          <p:nvPr>
            <p:ph idx="17" type="subTitle"/>
          </p:nvPr>
        </p:nvSpPr>
        <p:spPr>
          <a:xfrm>
            <a:off x="7157850" y="2829850"/>
            <a:ext cx="1445400" cy="5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81" name="Google Shape;81;p8"/>
          <p:cNvSpPr/>
          <p:nvPr>
            <p:ph idx="18" type="pic"/>
          </p:nvPr>
        </p:nvSpPr>
        <p:spPr>
          <a:xfrm>
            <a:off x="6080700" y="3173818"/>
            <a:ext cx="1074900" cy="1505100"/>
          </a:xfrm>
          <a:prstGeom prst="roundRect">
            <a:avLst>
              <a:gd fmla="val 17439" name="adj"/>
            </a:avLst>
          </a:prstGeom>
          <a:noFill/>
          <a:ln>
            <a:noFill/>
          </a:ln>
        </p:spPr>
      </p:sp>
      <p:sp>
        <p:nvSpPr>
          <p:cNvPr id="82" name="Google Shape;82;p8"/>
          <p:cNvSpPr txBox="1"/>
          <p:nvPr>
            <p:ph idx="19" type="subTitle"/>
          </p:nvPr>
        </p:nvSpPr>
        <p:spPr>
          <a:xfrm>
            <a:off x="7157850" y="4031889"/>
            <a:ext cx="1615500" cy="46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83" name="Google Shape;83;p8"/>
          <p:cNvSpPr txBox="1"/>
          <p:nvPr>
            <p:ph idx="20" type="subTitle"/>
          </p:nvPr>
        </p:nvSpPr>
        <p:spPr>
          <a:xfrm>
            <a:off x="4250800" y="4491312"/>
            <a:ext cx="1445400" cy="5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84" name="Google Shape;84;p8"/>
          <p:cNvSpPr txBox="1"/>
          <p:nvPr>
            <p:ph idx="21" type="subTitle"/>
          </p:nvPr>
        </p:nvSpPr>
        <p:spPr>
          <a:xfrm>
            <a:off x="7157850" y="4491312"/>
            <a:ext cx="1445400" cy="5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85" name="Google Shape;85;p8"/>
          <p:cNvSpPr txBox="1"/>
          <p:nvPr>
            <p:ph type="title"/>
          </p:nvPr>
        </p:nvSpPr>
        <p:spPr>
          <a:xfrm>
            <a:off x="228600" y="399325"/>
            <a:ext cx="3531300" cy="6246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/>
            </a:lvl1pPr>
            <a:lvl2pPr lvl="1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2pPr>
            <a:lvl3pPr lvl="2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3pPr>
            <a:lvl4pPr lvl="3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4pPr>
            <a:lvl5pPr lvl="4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5pPr>
            <a:lvl6pPr lvl="5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6pPr>
            <a:lvl7pPr lvl="6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7pPr>
            <a:lvl8pPr lvl="7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8pPr>
            <a:lvl9pPr lvl="8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86" name="Google Shape;86;p8"/>
          <p:cNvSpPr txBox="1"/>
          <p:nvPr>
            <p:ph idx="22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87" name="Google Shape;87;p8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sz="700">
              <a:solidFill>
                <a:schemeClr val="accent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et the team Large">
  <p:cSld name="BLANK_1_1_2_1_1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9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sz="700">
              <a:solidFill>
                <a:schemeClr val="accent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90" name="Google Shape;90;p9"/>
          <p:cNvSpPr txBox="1"/>
          <p:nvPr>
            <p:ph idx="1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91" name="Google Shape;91;p9"/>
          <p:cNvSpPr txBox="1"/>
          <p:nvPr>
            <p:ph idx="2" type="subTitle"/>
          </p:nvPr>
        </p:nvSpPr>
        <p:spPr>
          <a:xfrm>
            <a:off x="228600" y="3337825"/>
            <a:ext cx="2118600" cy="3450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92" name="Google Shape;92;p9"/>
          <p:cNvSpPr txBox="1"/>
          <p:nvPr>
            <p:ph idx="3" type="subTitle"/>
          </p:nvPr>
        </p:nvSpPr>
        <p:spPr>
          <a:xfrm>
            <a:off x="228600" y="3547550"/>
            <a:ext cx="2062200" cy="345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93" name="Google Shape;93;p9"/>
          <p:cNvSpPr/>
          <p:nvPr>
            <p:ph idx="4" type="pic"/>
          </p:nvPr>
        </p:nvSpPr>
        <p:spPr>
          <a:xfrm>
            <a:off x="228600" y="1457950"/>
            <a:ext cx="1023900" cy="1536300"/>
          </a:xfrm>
          <a:prstGeom prst="roundRect">
            <a:avLst>
              <a:gd fmla="val 17439" name="adj"/>
            </a:avLst>
          </a:prstGeom>
          <a:noFill/>
          <a:ln>
            <a:noFill/>
          </a:ln>
        </p:spPr>
      </p:sp>
      <p:sp>
        <p:nvSpPr>
          <p:cNvPr id="94" name="Google Shape;94;p9"/>
          <p:cNvSpPr txBox="1"/>
          <p:nvPr>
            <p:ph idx="5" type="body"/>
          </p:nvPr>
        </p:nvSpPr>
        <p:spPr>
          <a:xfrm>
            <a:off x="228600" y="3939125"/>
            <a:ext cx="1785300" cy="74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9pPr>
          </a:lstStyle>
          <a:p/>
        </p:txBody>
      </p:sp>
      <p:sp>
        <p:nvSpPr>
          <p:cNvPr id="95" name="Google Shape;95;p9"/>
          <p:cNvSpPr txBox="1"/>
          <p:nvPr>
            <p:ph idx="6" type="subTitle"/>
          </p:nvPr>
        </p:nvSpPr>
        <p:spPr>
          <a:xfrm>
            <a:off x="2423700" y="3337825"/>
            <a:ext cx="2118600" cy="3450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96" name="Google Shape;96;p9"/>
          <p:cNvSpPr txBox="1"/>
          <p:nvPr>
            <p:ph idx="7" type="subTitle"/>
          </p:nvPr>
        </p:nvSpPr>
        <p:spPr>
          <a:xfrm>
            <a:off x="2423700" y="3547550"/>
            <a:ext cx="2118600" cy="345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97" name="Google Shape;97;p9"/>
          <p:cNvSpPr/>
          <p:nvPr>
            <p:ph idx="8" type="pic"/>
          </p:nvPr>
        </p:nvSpPr>
        <p:spPr>
          <a:xfrm>
            <a:off x="2423700" y="1457950"/>
            <a:ext cx="1023900" cy="1536300"/>
          </a:xfrm>
          <a:prstGeom prst="roundRect">
            <a:avLst>
              <a:gd fmla="val 17439" name="adj"/>
            </a:avLst>
          </a:prstGeom>
          <a:noFill/>
          <a:ln>
            <a:noFill/>
          </a:ln>
        </p:spPr>
      </p:sp>
      <p:sp>
        <p:nvSpPr>
          <p:cNvPr id="98" name="Google Shape;98;p9"/>
          <p:cNvSpPr txBox="1"/>
          <p:nvPr>
            <p:ph idx="9" type="body"/>
          </p:nvPr>
        </p:nvSpPr>
        <p:spPr>
          <a:xfrm>
            <a:off x="2423700" y="3939125"/>
            <a:ext cx="1785300" cy="74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9pPr>
          </a:lstStyle>
          <a:p/>
        </p:txBody>
      </p:sp>
      <p:sp>
        <p:nvSpPr>
          <p:cNvPr id="99" name="Google Shape;99;p9"/>
          <p:cNvSpPr txBox="1"/>
          <p:nvPr>
            <p:ph idx="13" type="subTitle"/>
          </p:nvPr>
        </p:nvSpPr>
        <p:spPr>
          <a:xfrm>
            <a:off x="4618800" y="3337827"/>
            <a:ext cx="2062200" cy="3450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00" name="Google Shape;100;p9"/>
          <p:cNvSpPr txBox="1"/>
          <p:nvPr>
            <p:ph idx="14" type="subTitle"/>
          </p:nvPr>
        </p:nvSpPr>
        <p:spPr>
          <a:xfrm>
            <a:off x="4618800" y="3547550"/>
            <a:ext cx="2062200" cy="345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1" name="Google Shape;101;p9"/>
          <p:cNvSpPr/>
          <p:nvPr>
            <p:ph idx="15" type="pic"/>
          </p:nvPr>
        </p:nvSpPr>
        <p:spPr>
          <a:xfrm>
            <a:off x="4618800" y="1457950"/>
            <a:ext cx="1023900" cy="1536300"/>
          </a:xfrm>
          <a:prstGeom prst="roundRect">
            <a:avLst>
              <a:gd fmla="val 17439" name="adj"/>
            </a:avLst>
          </a:prstGeom>
          <a:noFill/>
          <a:ln>
            <a:noFill/>
          </a:ln>
        </p:spPr>
      </p:sp>
      <p:sp>
        <p:nvSpPr>
          <p:cNvPr id="102" name="Google Shape;102;p9"/>
          <p:cNvSpPr txBox="1"/>
          <p:nvPr>
            <p:ph idx="16" type="body"/>
          </p:nvPr>
        </p:nvSpPr>
        <p:spPr>
          <a:xfrm>
            <a:off x="4618800" y="3939125"/>
            <a:ext cx="1785300" cy="74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9pPr>
          </a:lstStyle>
          <a:p/>
        </p:txBody>
      </p:sp>
      <p:sp>
        <p:nvSpPr>
          <p:cNvPr id="103" name="Google Shape;103;p9"/>
          <p:cNvSpPr txBox="1"/>
          <p:nvPr>
            <p:ph idx="17" type="subTitle"/>
          </p:nvPr>
        </p:nvSpPr>
        <p:spPr>
          <a:xfrm>
            <a:off x="6796750" y="3337800"/>
            <a:ext cx="2118600" cy="3450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04" name="Google Shape;104;p9"/>
          <p:cNvSpPr txBox="1"/>
          <p:nvPr>
            <p:ph idx="18" type="subTitle"/>
          </p:nvPr>
        </p:nvSpPr>
        <p:spPr>
          <a:xfrm>
            <a:off x="6796750" y="3547550"/>
            <a:ext cx="2118600" cy="345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5" name="Google Shape;105;p9"/>
          <p:cNvSpPr/>
          <p:nvPr>
            <p:ph idx="19" type="pic"/>
          </p:nvPr>
        </p:nvSpPr>
        <p:spPr>
          <a:xfrm>
            <a:off x="6796738" y="1457950"/>
            <a:ext cx="1023900" cy="1536300"/>
          </a:xfrm>
          <a:prstGeom prst="roundRect">
            <a:avLst>
              <a:gd fmla="val 17439" name="adj"/>
            </a:avLst>
          </a:prstGeom>
          <a:noFill/>
          <a:ln>
            <a:noFill/>
          </a:ln>
        </p:spPr>
      </p:sp>
      <p:sp>
        <p:nvSpPr>
          <p:cNvPr id="106" name="Google Shape;106;p9"/>
          <p:cNvSpPr txBox="1"/>
          <p:nvPr>
            <p:ph idx="20" type="body"/>
          </p:nvPr>
        </p:nvSpPr>
        <p:spPr>
          <a:xfrm>
            <a:off x="6796750" y="3939125"/>
            <a:ext cx="1785300" cy="74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9pPr>
          </a:lstStyle>
          <a:p/>
        </p:txBody>
      </p:sp>
      <p:sp>
        <p:nvSpPr>
          <p:cNvPr id="107" name="Google Shape;107;p9"/>
          <p:cNvSpPr txBox="1"/>
          <p:nvPr>
            <p:ph type="title"/>
          </p:nvPr>
        </p:nvSpPr>
        <p:spPr>
          <a:xfrm>
            <a:off x="228600" y="399325"/>
            <a:ext cx="3531300" cy="6246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/>
            </a:lvl1pPr>
            <a:lvl2pPr lvl="1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2pPr>
            <a:lvl3pPr lvl="2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3pPr>
            <a:lvl4pPr lvl="3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4pPr>
            <a:lvl5pPr lvl="4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5pPr>
            <a:lvl6pPr lvl="5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6pPr>
            <a:lvl7pPr lvl="6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7pPr>
            <a:lvl8pPr lvl="7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8pPr>
            <a:lvl9pPr lvl="8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ersona Alt 1">
  <p:cSld name="CUSTOM_4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0"/>
          <p:cNvSpPr txBox="1"/>
          <p:nvPr>
            <p:ph idx="1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10" name="Google Shape;110;p10"/>
          <p:cNvSpPr txBox="1"/>
          <p:nvPr>
            <p:ph idx="2" type="body"/>
          </p:nvPr>
        </p:nvSpPr>
        <p:spPr>
          <a:xfrm>
            <a:off x="6231000" y="3124025"/>
            <a:ext cx="2684400" cy="5079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DM Sans"/>
              <a:buChar char="●"/>
              <a:defRPr/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9pPr>
          </a:lstStyle>
          <a:p/>
        </p:txBody>
      </p:sp>
      <p:sp>
        <p:nvSpPr>
          <p:cNvPr id="111" name="Google Shape;111;p10"/>
          <p:cNvSpPr txBox="1"/>
          <p:nvPr>
            <p:ph idx="3" type="body"/>
          </p:nvPr>
        </p:nvSpPr>
        <p:spPr>
          <a:xfrm>
            <a:off x="6231000" y="4241250"/>
            <a:ext cx="2751300" cy="5079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DM Sans"/>
              <a:buChar char="●"/>
              <a:defRPr/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9pPr>
          </a:lstStyle>
          <a:p/>
        </p:txBody>
      </p:sp>
      <p:sp>
        <p:nvSpPr>
          <p:cNvPr id="112" name="Google Shape;112;p10"/>
          <p:cNvSpPr txBox="1"/>
          <p:nvPr>
            <p:ph idx="4" type="subTitle"/>
          </p:nvPr>
        </p:nvSpPr>
        <p:spPr>
          <a:xfrm>
            <a:off x="6231000" y="3897900"/>
            <a:ext cx="2913000" cy="246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13" name="Google Shape;113;p10"/>
          <p:cNvSpPr txBox="1"/>
          <p:nvPr>
            <p:ph idx="5" type="subTitle"/>
          </p:nvPr>
        </p:nvSpPr>
        <p:spPr>
          <a:xfrm>
            <a:off x="6231000" y="2780875"/>
            <a:ext cx="2913000" cy="246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14" name="Google Shape;114;p10"/>
          <p:cNvSpPr txBox="1"/>
          <p:nvPr>
            <p:ph idx="6" type="subTitle"/>
          </p:nvPr>
        </p:nvSpPr>
        <p:spPr>
          <a:xfrm>
            <a:off x="6231000" y="1459700"/>
            <a:ext cx="2913000" cy="246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15" name="Google Shape;115;p10"/>
          <p:cNvSpPr txBox="1"/>
          <p:nvPr>
            <p:ph idx="7" type="subTitle"/>
          </p:nvPr>
        </p:nvSpPr>
        <p:spPr>
          <a:xfrm>
            <a:off x="2872500" y="3328000"/>
            <a:ext cx="2834700" cy="326400"/>
          </a:xfrm>
          <a:prstGeom prst="rect">
            <a:avLst/>
          </a:prstGeom>
        </p:spPr>
        <p:txBody>
          <a:bodyPr anchorCtr="0" anchor="t" bIns="91425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Forum"/>
              <a:buNone/>
              <a:defRPr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Forum"/>
              <a:buNone/>
              <a:defRPr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Forum"/>
              <a:buNone/>
              <a:defRPr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Forum"/>
              <a:buNone/>
              <a:defRPr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Forum"/>
              <a:buNone/>
              <a:defRPr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Forum"/>
              <a:buNone/>
              <a:defRPr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Forum"/>
              <a:buNone/>
              <a:defRPr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Forum"/>
              <a:buNone/>
              <a:defRPr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16" name="Google Shape;116;p10"/>
          <p:cNvSpPr txBox="1"/>
          <p:nvPr>
            <p:ph type="title"/>
          </p:nvPr>
        </p:nvSpPr>
        <p:spPr>
          <a:xfrm>
            <a:off x="228600" y="399332"/>
            <a:ext cx="2834700" cy="6120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orum"/>
              <a:buNone/>
              <a:defRPr sz="2800"/>
            </a:lvl1pPr>
            <a:lvl2pPr lvl="1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2pPr>
            <a:lvl3pPr lvl="2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3pPr>
            <a:lvl4pPr lvl="3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4pPr>
            <a:lvl5pPr lvl="4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5pPr>
            <a:lvl6pPr lvl="5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6pPr>
            <a:lvl7pPr lvl="6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7pPr>
            <a:lvl8pPr lvl="7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8pPr>
            <a:lvl9pPr lvl="8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17" name="Google Shape;117;p10"/>
          <p:cNvSpPr/>
          <p:nvPr>
            <p:ph idx="8" type="pic"/>
          </p:nvPr>
        </p:nvSpPr>
        <p:spPr>
          <a:xfrm>
            <a:off x="228450" y="1459775"/>
            <a:ext cx="2101200" cy="1438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18" name="Google Shape;118;p10"/>
          <p:cNvSpPr txBox="1"/>
          <p:nvPr>
            <p:ph idx="9" type="subTitle"/>
          </p:nvPr>
        </p:nvSpPr>
        <p:spPr>
          <a:xfrm>
            <a:off x="228450" y="3052975"/>
            <a:ext cx="1010100" cy="117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19" name="Google Shape;119;p10"/>
          <p:cNvSpPr txBox="1"/>
          <p:nvPr>
            <p:ph idx="13" type="subTitle"/>
          </p:nvPr>
        </p:nvSpPr>
        <p:spPr>
          <a:xfrm>
            <a:off x="228450" y="3350375"/>
            <a:ext cx="1010100" cy="117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20" name="Google Shape;120;p10"/>
          <p:cNvSpPr txBox="1"/>
          <p:nvPr>
            <p:ph idx="14" type="subTitle"/>
          </p:nvPr>
        </p:nvSpPr>
        <p:spPr>
          <a:xfrm>
            <a:off x="228450" y="3648065"/>
            <a:ext cx="1010100" cy="117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21" name="Google Shape;121;p10"/>
          <p:cNvSpPr txBox="1"/>
          <p:nvPr>
            <p:ph idx="15" type="subTitle"/>
          </p:nvPr>
        </p:nvSpPr>
        <p:spPr>
          <a:xfrm>
            <a:off x="228450" y="3945765"/>
            <a:ext cx="1010100" cy="117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22" name="Google Shape;122;p10"/>
          <p:cNvSpPr txBox="1"/>
          <p:nvPr>
            <p:ph idx="16" type="subTitle"/>
          </p:nvPr>
        </p:nvSpPr>
        <p:spPr>
          <a:xfrm>
            <a:off x="228450" y="4241899"/>
            <a:ext cx="1010100" cy="117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23" name="Google Shape;123;p10"/>
          <p:cNvSpPr txBox="1"/>
          <p:nvPr>
            <p:ph idx="17" type="subTitle"/>
          </p:nvPr>
        </p:nvSpPr>
        <p:spPr>
          <a:xfrm>
            <a:off x="228450" y="4540679"/>
            <a:ext cx="1010100" cy="117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24" name="Google Shape;124;p10"/>
          <p:cNvSpPr txBox="1"/>
          <p:nvPr>
            <p:ph idx="18" type="subTitle"/>
          </p:nvPr>
        </p:nvSpPr>
        <p:spPr>
          <a:xfrm>
            <a:off x="1275750" y="3052380"/>
            <a:ext cx="1053900" cy="117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25" name="Google Shape;125;p10"/>
          <p:cNvSpPr txBox="1"/>
          <p:nvPr>
            <p:ph idx="19" type="subTitle"/>
          </p:nvPr>
        </p:nvSpPr>
        <p:spPr>
          <a:xfrm>
            <a:off x="1275750" y="3349779"/>
            <a:ext cx="1053900" cy="117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26" name="Google Shape;126;p10"/>
          <p:cNvSpPr txBox="1"/>
          <p:nvPr>
            <p:ph idx="20" type="subTitle"/>
          </p:nvPr>
        </p:nvSpPr>
        <p:spPr>
          <a:xfrm>
            <a:off x="1275750" y="3647468"/>
            <a:ext cx="1053900" cy="117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27" name="Google Shape;127;p10"/>
          <p:cNvSpPr txBox="1"/>
          <p:nvPr>
            <p:ph idx="21" type="subTitle"/>
          </p:nvPr>
        </p:nvSpPr>
        <p:spPr>
          <a:xfrm>
            <a:off x="1275750" y="3945167"/>
            <a:ext cx="1053900" cy="117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28" name="Google Shape;128;p10"/>
          <p:cNvSpPr txBox="1"/>
          <p:nvPr>
            <p:ph idx="22" type="subTitle"/>
          </p:nvPr>
        </p:nvSpPr>
        <p:spPr>
          <a:xfrm>
            <a:off x="1275750" y="4241301"/>
            <a:ext cx="1053900" cy="117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29" name="Google Shape;129;p10"/>
          <p:cNvSpPr txBox="1"/>
          <p:nvPr>
            <p:ph idx="23" type="subTitle"/>
          </p:nvPr>
        </p:nvSpPr>
        <p:spPr>
          <a:xfrm>
            <a:off x="1275750" y="4540080"/>
            <a:ext cx="1053900" cy="117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30" name="Google Shape;130;p10"/>
          <p:cNvSpPr txBox="1"/>
          <p:nvPr>
            <p:ph idx="24" type="subTitle"/>
          </p:nvPr>
        </p:nvSpPr>
        <p:spPr>
          <a:xfrm>
            <a:off x="2863000" y="1925972"/>
            <a:ext cx="26844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31" name="Google Shape;131;p10"/>
          <p:cNvSpPr txBox="1"/>
          <p:nvPr>
            <p:ph idx="25" type="subTitle"/>
          </p:nvPr>
        </p:nvSpPr>
        <p:spPr>
          <a:xfrm>
            <a:off x="2863000" y="3668715"/>
            <a:ext cx="2560500" cy="124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32" name="Google Shape;132;p10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sz="700">
              <a:solidFill>
                <a:schemeClr val="accent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33" name="Google Shape;133;p10"/>
          <p:cNvSpPr txBox="1"/>
          <p:nvPr>
            <p:ph idx="26" type="subTitle"/>
          </p:nvPr>
        </p:nvSpPr>
        <p:spPr>
          <a:xfrm>
            <a:off x="6231000" y="1801500"/>
            <a:ext cx="1318200" cy="31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34" name="Google Shape;134;p10"/>
          <p:cNvSpPr txBox="1"/>
          <p:nvPr>
            <p:ph idx="27" type="subTitle"/>
          </p:nvPr>
        </p:nvSpPr>
        <p:spPr>
          <a:xfrm>
            <a:off x="6231000" y="2190625"/>
            <a:ext cx="1318200" cy="31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35" name="Google Shape;135;p10"/>
          <p:cNvSpPr txBox="1"/>
          <p:nvPr>
            <p:ph idx="28" type="subTitle"/>
          </p:nvPr>
        </p:nvSpPr>
        <p:spPr>
          <a:xfrm>
            <a:off x="7597200" y="2190625"/>
            <a:ext cx="1318200" cy="31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36" name="Google Shape;136;p10"/>
          <p:cNvSpPr txBox="1"/>
          <p:nvPr>
            <p:ph idx="29" type="subTitle"/>
          </p:nvPr>
        </p:nvSpPr>
        <p:spPr>
          <a:xfrm>
            <a:off x="7597200" y="1801500"/>
            <a:ext cx="1318200" cy="31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ersona Alt 2">
  <p:cSld name="CUSTOM_4_1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1"/>
          <p:cNvSpPr txBox="1"/>
          <p:nvPr>
            <p:ph idx="1" type="body"/>
          </p:nvPr>
        </p:nvSpPr>
        <p:spPr>
          <a:xfrm>
            <a:off x="2857500" y="1803950"/>
            <a:ext cx="3132000" cy="630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DM Sans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9pPr>
          </a:lstStyle>
          <a:p/>
        </p:txBody>
      </p:sp>
      <p:sp>
        <p:nvSpPr>
          <p:cNvPr id="139" name="Google Shape;139;p11"/>
          <p:cNvSpPr txBox="1"/>
          <p:nvPr>
            <p:ph idx="2" type="body"/>
          </p:nvPr>
        </p:nvSpPr>
        <p:spPr>
          <a:xfrm>
            <a:off x="232075" y="1803950"/>
            <a:ext cx="2094900" cy="63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DM Sans"/>
              <a:buChar char="●"/>
              <a:defRPr/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9pPr>
          </a:lstStyle>
          <a:p/>
        </p:txBody>
      </p:sp>
      <p:sp>
        <p:nvSpPr>
          <p:cNvPr id="140" name="Google Shape;140;p11"/>
          <p:cNvSpPr txBox="1"/>
          <p:nvPr>
            <p:ph idx="3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41" name="Google Shape;141;p11"/>
          <p:cNvSpPr txBox="1"/>
          <p:nvPr>
            <p:ph idx="4" type="subTitle"/>
          </p:nvPr>
        </p:nvSpPr>
        <p:spPr>
          <a:xfrm>
            <a:off x="232075" y="1461175"/>
            <a:ext cx="2191500" cy="2463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42" name="Google Shape;142;p11"/>
          <p:cNvSpPr txBox="1"/>
          <p:nvPr>
            <p:ph type="title"/>
          </p:nvPr>
        </p:nvSpPr>
        <p:spPr>
          <a:xfrm>
            <a:off x="228600" y="399332"/>
            <a:ext cx="2834700" cy="6120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orum"/>
              <a:buNone/>
              <a:defRPr sz="2800"/>
            </a:lvl1pPr>
            <a:lvl2pPr lvl="1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2pPr>
            <a:lvl3pPr lvl="2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3pPr>
            <a:lvl4pPr lvl="3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4pPr>
            <a:lvl5pPr lvl="4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5pPr>
            <a:lvl6pPr lvl="5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6pPr>
            <a:lvl7pPr lvl="6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7pPr>
            <a:lvl8pPr lvl="7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8pPr>
            <a:lvl9pPr lvl="8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43" name="Google Shape;143;p11"/>
          <p:cNvSpPr txBox="1"/>
          <p:nvPr>
            <p:ph idx="5" type="subTitle"/>
          </p:nvPr>
        </p:nvSpPr>
        <p:spPr>
          <a:xfrm>
            <a:off x="235800" y="4357700"/>
            <a:ext cx="1008300" cy="31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44" name="Google Shape;144;p11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sz="700">
              <a:solidFill>
                <a:schemeClr val="accent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45" name="Google Shape;145;p11"/>
          <p:cNvSpPr txBox="1"/>
          <p:nvPr>
            <p:ph idx="6" type="subTitle"/>
          </p:nvPr>
        </p:nvSpPr>
        <p:spPr>
          <a:xfrm>
            <a:off x="232075" y="2526010"/>
            <a:ext cx="2191500" cy="2463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46" name="Google Shape;146;p11"/>
          <p:cNvSpPr txBox="1"/>
          <p:nvPr>
            <p:ph idx="7" type="subTitle"/>
          </p:nvPr>
        </p:nvSpPr>
        <p:spPr>
          <a:xfrm>
            <a:off x="232075" y="3993715"/>
            <a:ext cx="2191500" cy="2463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47" name="Google Shape;147;p11"/>
          <p:cNvSpPr txBox="1"/>
          <p:nvPr>
            <p:ph idx="8" type="subTitle"/>
          </p:nvPr>
        </p:nvSpPr>
        <p:spPr>
          <a:xfrm>
            <a:off x="1324825" y="4357700"/>
            <a:ext cx="1008300" cy="31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48" name="Google Shape;148;p11"/>
          <p:cNvSpPr txBox="1"/>
          <p:nvPr>
            <p:ph idx="9" type="subTitle"/>
          </p:nvPr>
        </p:nvSpPr>
        <p:spPr>
          <a:xfrm>
            <a:off x="230577" y="2877300"/>
            <a:ext cx="996000" cy="126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49" name="Google Shape;149;p11"/>
          <p:cNvSpPr txBox="1"/>
          <p:nvPr>
            <p:ph idx="13" type="subTitle"/>
          </p:nvPr>
        </p:nvSpPr>
        <p:spPr>
          <a:xfrm>
            <a:off x="230577" y="3195950"/>
            <a:ext cx="996000" cy="126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50" name="Google Shape;150;p11"/>
          <p:cNvSpPr txBox="1"/>
          <p:nvPr>
            <p:ph idx="14" type="subTitle"/>
          </p:nvPr>
        </p:nvSpPr>
        <p:spPr>
          <a:xfrm>
            <a:off x="230577" y="3514375"/>
            <a:ext cx="996000" cy="126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51" name="Google Shape;151;p11"/>
          <p:cNvSpPr txBox="1"/>
          <p:nvPr>
            <p:ph idx="15" type="subTitle"/>
          </p:nvPr>
        </p:nvSpPr>
        <p:spPr>
          <a:xfrm>
            <a:off x="1330977" y="2877300"/>
            <a:ext cx="996000" cy="126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52" name="Google Shape;152;p11"/>
          <p:cNvSpPr txBox="1"/>
          <p:nvPr>
            <p:ph idx="16" type="subTitle"/>
          </p:nvPr>
        </p:nvSpPr>
        <p:spPr>
          <a:xfrm>
            <a:off x="1330977" y="3195950"/>
            <a:ext cx="996000" cy="126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53" name="Google Shape;153;p11"/>
          <p:cNvSpPr txBox="1"/>
          <p:nvPr>
            <p:ph idx="17" type="subTitle"/>
          </p:nvPr>
        </p:nvSpPr>
        <p:spPr>
          <a:xfrm>
            <a:off x="1330977" y="3514375"/>
            <a:ext cx="996000" cy="126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54" name="Google Shape;154;p11"/>
          <p:cNvSpPr txBox="1"/>
          <p:nvPr>
            <p:ph idx="18" type="subTitle"/>
          </p:nvPr>
        </p:nvSpPr>
        <p:spPr>
          <a:xfrm>
            <a:off x="2857500" y="1461175"/>
            <a:ext cx="2191500" cy="2463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55" name="Google Shape;155;p11"/>
          <p:cNvSpPr txBox="1"/>
          <p:nvPr>
            <p:ph idx="19" type="subTitle"/>
          </p:nvPr>
        </p:nvSpPr>
        <p:spPr>
          <a:xfrm>
            <a:off x="2857500" y="2526271"/>
            <a:ext cx="2191500" cy="2463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56" name="Google Shape;156;p11"/>
          <p:cNvSpPr txBox="1"/>
          <p:nvPr>
            <p:ph idx="20" type="subTitle"/>
          </p:nvPr>
        </p:nvSpPr>
        <p:spPr>
          <a:xfrm>
            <a:off x="2857500" y="3992371"/>
            <a:ext cx="2191500" cy="2463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57" name="Google Shape;157;p11"/>
          <p:cNvSpPr txBox="1"/>
          <p:nvPr>
            <p:ph idx="21" type="subTitle"/>
          </p:nvPr>
        </p:nvSpPr>
        <p:spPr>
          <a:xfrm>
            <a:off x="2857502" y="2877300"/>
            <a:ext cx="996000" cy="126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58" name="Google Shape;158;p11"/>
          <p:cNvSpPr txBox="1"/>
          <p:nvPr>
            <p:ph idx="22" type="subTitle"/>
          </p:nvPr>
        </p:nvSpPr>
        <p:spPr>
          <a:xfrm>
            <a:off x="2857502" y="3195950"/>
            <a:ext cx="996000" cy="126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59" name="Google Shape;159;p11"/>
          <p:cNvSpPr txBox="1"/>
          <p:nvPr>
            <p:ph idx="23" type="subTitle"/>
          </p:nvPr>
        </p:nvSpPr>
        <p:spPr>
          <a:xfrm>
            <a:off x="2857502" y="3514375"/>
            <a:ext cx="996000" cy="126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60" name="Google Shape;160;p11"/>
          <p:cNvSpPr txBox="1"/>
          <p:nvPr>
            <p:ph idx="24" type="subTitle"/>
          </p:nvPr>
        </p:nvSpPr>
        <p:spPr>
          <a:xfrm>
            <a:off x="6231050" y="1461175"/>
            <a:ext cx="2684400" cy="2463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61" name="Google Shape;161;p11"/>
          <p:cNvSpPr txBox="1"/>
          <p:nvPr>
            <p:ph idx="25" type="subTitle"/>
          </p:nvPr>
        </p:nvSpPr>
        <p:spPr>
          <a:xfrm>
            <a:off x="6231050" y="3257297"/>
            <a:ext cx="2684400" cy="2463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62" name="Google Shape;162;p11"/>
          <p:cNvSpPr txBox="1"/>
          <p:nvPr>
            <p:ph idx="26" type="subTitle"/>
          </p:nvPr>
        </p:nvSpPr>
        <p:spPr>
          <a:xfrm>
            <a:off x="6231050" y="1803600"/>
            <a:ext cx="1475700" cy="126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63" name="Google Shape;163;p11"/>
          <p:cNvSpPr txBox="1"/>
          <p:nvPr>
            <p:ph idx="27" type="subTitle"/>
          </p:nvPr>
        </p:nvSpPr>
        <p:spPr>
          <a:xfrm>
            <a:off x="6231050" y="2056043"/>
            <a:ext cx="1475700" cy="126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64" name="Google Shape;164;p11"/>
          <p:cNvSpPr txBox="1"/>
          <p:nvPr>
            <p:ph idx="28" type="subTitle"/>
          </p:nvPr>
        </p:nvSpPr>
        <p:spPr>
          <a:xfrm>
            <a:off x="6231050" y="2308487"/>
            <a:ext cx="1475700" cy="126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65" name="Google Shape;165;p11"/>
          <p:cNvSpPr txBox="1"/>
          <p:nvPr>
            <p:ph idx="29" type="subTitle"/>
          </p:nvPr>
        </p:nvSpPr>
        <p:spPr>
          <a:xfrm>
            <a:off x="6231050" y="2560930"/>
            <a:ext cx="1475700" cy="126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66" name="Google Shape;166;p11"/>
          <p:cNvSpPr txBox="1"/>
          <p:nvPr>
            <p:ph idx="30" type="subTitle"/>
          </p:nvPr>
        </p:nvSpPr>
        <p:spPr>
          <a:xfrm>
            <a:off x="6231050" y="2813374"/>
            <a:ext cx="1475700" cy="126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title only">
  <p:cSld name="BLANK_1_1_1_1"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2"/>
          <p:cNvSpPr txBox="1"/>
          <p:nvPr>
            <p:ph idx="1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69" name="Google Shape;169;p12"/>
          <p:cNvSpPr txBox="1"/>
          <p:nvPr>
            <p:ph type="title"/>
          </p:nvPr>
        </p:nvSpPr>
        <p:spPr>
          <a:xfrm>
            <a:off x="228600" y="460100"/>
            <a:ext cx="86868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accent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70" name="Google Shape;170;p12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sz="700">
              <a:solidFill>
                <a:schemeClr val="accent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ve steps">
  <p:cSld name="BLANK_1_1_1_1_3"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3"/>
          <p:cNvSpPr txBox="1"/>
          <p:nvPr>
            <p:ph idx="1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73" name="Google Shape;173;p13"/>
          <p:cNvSpPr txBox="1"/>
          <p:nvPr>
            <p:ph idx="2" type="subTitle"/>
          </p:nvPr>
        </p:nvSpPr>
        <p:spPr>
          <a:xfrm>
            <a:off x="333888" y="3130382"/>
            <a:ext cx="1288200" cy="452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Font typeface="Forum"/>
              <a:buNone/>
              <a:defRPr sz="72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74" name="Google Shape;174;p13"/>
          <p:cNvSpPr txBox="1"/>
          <p:nvPr>
            <p:ph idx="3" type="subTitle"/>
          </p:nvPr>
        </p:nvSpPr>
        <p:spPr>
          <a:xfrm>
            <a:off x="2084963" y="3130382"/>
            <a:ext cx="1288200" cy="452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Font typeface="Forum"/>
              <a:buNone/>
              <a:defRPr sz="72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75" name="Google Shape;175;p13"/>
          <p:cNvSpPr txBox="1"/>
          <p:nvPr>
            <p:ph idx="4" type="subTitle"/>
          </p:nvPr>
        </p:nvSpPr>
        <p:spPr>
          <a:xfrm>
            <a:off x="3783713" y="3130382"/>
            <a:ext cx="1288200" cy="452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Font typeface="Forum"/>
              <a:buNone/>
              <a:defRPr sz="72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76" name="Google Shape;176;p13"/>
          <p:cNvSpPr txBox="1"/>
          <p:nvPr>
            <p:ph idx="5" type="subTitle"/>
          </p:nvPr>
        </p:nvSpPr>
        <p:spPr>
          <a:xfrm>
            <a:off x="7521925" y="3130382"/>
            <a:ext cx="1288200" cy="452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Font typeface="Forum"/>
              <a:buNone/>
              <a:defRPr sz="72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77" name="Google Shape;177;p13"/>
          <p:cNvSpPr txBox="1"/>
          <p:nvPr>
            <p:ph type="title"/>
          </p:nvPr>
        </p:nvSpPr>
        <p:spPr>
          <a:xfrm>
            <a:off x="228600" y="460100"/>
            <a:ext cx="86868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accent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78" name="Google Shape;178;p13"/>
          <p:cNvSpPr txBox="1"/>
          <p:nvPr>
            <p:ph idx="6" type="subTitle"/>
          </p:nvPr>
        </p:nvSpPr>
        <p:spPr>
          <a:xfrm>
            <a:off x="228600" y="3793273"/>
            <a:ext cx="1498800" cy="89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79" name="Google Shape;179;p13"/>
          <p:cNvSpPr txBox="1"/>
          <p:nvPr>
            <p:ph idx="7" type="subTitle"/>
          </p:nvPr>
        </p:nvSpPr>
        <p:spPr>
          <a:xfrm>
            <a:off x="1979675" y="3793273"/>
            <a:ext cx="1498800" cy="89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80" name="Google Shape;180;p13"/>
          <p:cNvSpPr txBox="1"/>
          <p:nvPr>
            <p:ph idx="8" type="subTitle"/>
          </p:nvPr>
        </p:nvSpPr>
        <p:spPr>
          <a:xfrm>
            <a:off x="3678425" y="3793273"/>
            <a:ext cx="1498800" cy="89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81" name="Google Shape;181;p13"/>
          <p:cNvSpPr txBox="1"/>
          <p:nvPr>
            <p:ph idx="9" type="subTitle"/>
          </p:nvPr>
        </p:nvSpPr>
        <p:spPr>
          <a:xfrm>
            <a:off x="5554425" y="2789523"/>
            <a:ext cx="1498800" cy="89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82" name="Google Shape;182;p13"/>
          <p:cNvSpPr txBox="1"/>
          <p:nvPr>
            <p:ph idx="13" type="subTitle"/>
          </p:nvPr>
        </p:nvSpPr>
        <p:spPr>
          <a:xfrm>
            <a:off x="7416625" y="3793273"/>
            <a:ext cx="1498800" cy="89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83" name="Google Shape;183;p13"/>
          <p:cNvSpPr txBox="1"/>
          <p:nvPr>
            <p:ph idx="14" type="subTitle"/>
          </p:nvPr>
        </p:nvSpPr>
        <p:spPr>
          <a:xfrm>
            <a:off x="5659713" y="2324029"/>
            <a:ext cx="1288200" cy="452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Forum"/>
              <a:buNone/>
              <a:defRPr sz="7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84" name="Google Shape;184;p13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sz="700">
              <a:solidFill>
                <a:schemeClr val="accent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KPIs">
  <p:cSld name="CUSTOM_5"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4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sz="700">
              <a:solidFill>
                <a:schemeClr val="accent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87" name="Google Shape;187;p14"/>
          <p:cNvSpPr txBox="1"/>
          <p:nvPr>
            <p:ph idx="1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88" name="Google Shape;188;p14"/>
          <p:cNvSpPr txBox="1"/>
          <p:nvPr>
            <p:ph idx="2" type="body"/>
          </p:nvPr>
        </p:nvSpPr>
        <p:spPr>
          <a:xfrm>
            <a:off x="232375" y="2557050"/>
            <a:ext cx="2101200" cy="6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9pPr>
          </a:lstStyle>
          <a:p/>
        </p:txBody>
      </p:sp>
      <p:sp>
        <p:nvSpPr>
          <p:cNvPr id="189" name="Google Shape;189;p14"/>
          <p:cNvSpPr txBox="1"/>
          <p:nvPr>
            <p:ph idx="3" type="subTitle"/>
          </p:nvPr>
        </p:nvSpPr>
        <p:spPr>
          <a:xfrm>
            <a:off x="233650" y="2062800"/>
            <a:ext cx="2101200" cy="452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90" name="Google Shape;190;p14"/>
          <p:cNvSpPr txBox="1"/>
          <p:nvPr>
            <p:ph idx="4" type="subTitle"/>
          </p:nvPr>
        </p:nvSpPr>
        <p:spPr>
          <a:xfrm>
            <a:off x="2423700" y="2064300"/>
            <a:ext cx="2101200" cy="452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91" name="Google Shape;191;p14"/>
          <p:cNvSpPr txBox="1"/>
          <p:nvPr>
            <p:ph idx="5" type="subTitle"/>
          </p:nvPr>
        </p:nvSpPr>
        <p:spPr>
          <a:xfrm>
            <a:off x="4618800" y="2062800"/>
            <a:ext cx="2101200" cy="452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92" name="Google Shape;192;p14"/>
          <p:cNvSpPr txBox="1"/>
          <p:nvPr>
            <p:ph idx="6" type="subTitle"/>
          </p:nvPr>
        </p:nvSpPr>
        <p:spPr>
          <a:xfrm>
            <a:off x="6813900" y="2062800"/>
            <a:ext cx="2101200" cy="452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93" name="Google Shape;193;p14"/>
          <p:cNvSpPr txBox="1"/>
          <p:nvPr>
            <p:ph idx="7" type="body"/>
          </p:nvPr>
        </p:nvSpPr>
        <p:spPr>
          <a:xfrm>
            <a:off x="2423850" y="2557050"/>
            <a:ext cx="2101200" cy="6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9pPr>
          </a:lstStyle>
          <a:p/>
        </p:txBody>
      </p:sp>
      <p:sp>
        <p:nvSpPr>
          <p:cNvPr id="194" name="Google Shape;194;p14"/>
          <p:cNvSpPr txBox="1"/>
          <p:nvPr>
            <p:ph idx="8" type="body"/>
          </p:nvPr>
        </p:nvSpPr>
        <p:spPr>
          <a:xfrm>
            <a:off x="4615325" y="2553000"/>
            <a:ext cx="2101200" cy="6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9pPr>
          </a:lstStyle>
          <a:p/>
        </p:txBody>
      </p:sp>
      <p:sp>
        <p:nvSpPr>
          <p:cNvPr id="195" name="Google Shape;195;p14"/>
          <p:cNvSpPr txBox="1"/>
          <p:nvPr>
            <p:ph idx="9" type="body"/>
          </p:nvPr>
        </p:nvSpPr>
        <p:spPr>
          <a:xfrm>
            <a:off x="6806800" y="2553000"/>
            <a:ext cx="2101200" cy="6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9pPr>
          </a:lstStyle>
          <a:p/>
        </p:txBody>
      </p:sp>
      <p:sp>
        <p:nvSpPr>
          <p:cNvPr id="196" name="Google Shape;196;p14"/>
          <p:cNvSpPr txBox="1"/>
          <p:nvPr>
            <p:ph idx="13" type="subTitle"/>
          </p:nvPr>
        </p:nvSpPr>
        <p:spPr>
          <a:xfrm>
            <a:off x="433925" y="3625550"/>
            <a:ext cx="1896000" cy="117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97" name="Google Shape;197;p14"/>
          <p:cNvSpPr txBox="1"/>
          <p:nvPr>
            <p:ph idx="14" type="subTitle"/>
          </p:nvPr>
        </p:nvSpPr>
        <p:spPr>
          <a:xfrm>
            <a:off x="433925" y="4046153"/>
            <a:ext cx="1896000" cy="117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98" name="Google Shape;198;p14"/>
          <p:cNvSpPr txBox="1"/>
          <p:nvPr>
            <p:ph idx="15" type="subTitle"/>
          </p:nvPr>
        </p:nvSpPr>
        <p:spPr>
          <a:xfrm>
            <a:off x="433925" y="4464013"/>
            <a:ext cx="1896000" cy="117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99" name="Google Shape;199;p14"/>
          <p:cNvSpPr txBox="1"/>
          <p:nvPr>
            <p:ph idx="16" type="subTitle"/>
          </p:nvPr>
        </p:nvSpPr>
        <p:spPr>
          <a:xfrm>
            <a:off x="2629113" y="3625550"/>
            <a:ext cx="1896000" cy="117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200" name="Google Shape;200;p14"/>
          <p:cNvSpPr txBox="1"/>
          <p:nvPr>
            <p:ph idx="17" type="subTitle"/>
          </p:nvPr>
        </p:nvSpPr>
        <p:spPr>
          <a:xfrm>
            <a:off x="2629113" y="4046153"/>
            <a:ext cx="1896000" cy="117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201" name="Google Shape;201;p14"/>
          <p:cNvSpPr txBox="1"/>
          <p:nvPr>
            <p:ph idx="18" type="subTitle"/>
          </p:nvPr>
        </p:nvSpPr>
        <p:spPr>
          <a:xfrm>
            <a:off x="2629113" y="4464013"/>
            <a:ext cx="1896000" cy="117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202" name="Google Shape;202;p14"/>
          <p:cNvSpPr txBox="1"/>
          <p:nvPr>
            <p:ph idx="19" type="subTitle"/>
          </p:nvPr>
        </p:nvSpPr>
        <p:spPr>
          <a:xfrm>
            <a:off x="4824313" y="3625550"/>
            <a:ext cx="1896000" cy="117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203" name="Google Shape;203;p14"/>
          <p:cNvSpPr txBox="1"/>
          <p:nvPr>
            <p:ph idx="20" type="subTitle"/>
          </p:nvPr>
        </p:nvSpPr>
        <p:spPr>
          <a:xfrm>
            <a:off x="4824313" y="4046153"/>
            <a:ext cx="1896000" cy="117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204" name="Google Shape;204;p14"/>
          <p:cNvSpPr txBox="1"/>
          <p:nvPr>
            <p:ph idx="21" type="subTitle"/>
          </p:nvPr>
        </p:nvSpPr>
        <p:spPr>
          <a:xfrm>
            <a:off x="4824313" y="4464013"/>
            <a:ext cx="1896000" cy="117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205" name="Google Shape;205;p14"/>
          <p:cNvSpPr txBox="1"/>
          <p:nvPr>
            <p:ph idx="22" type="subTitle"/>
          </p:nvPr>
        </p:nvSpPr>
        <p:spPr>
          <a:xfrm>
            <a:off x="7019513" y="3625550"/>
            <a:ext cx="1896000" cy="117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206" name="Google Shape;206;p14"/>
          <p:cNvSpPr txBox="1"/>
          <p:nvPr>
            <p:ph idx="23" type="subTitle"/>
          </p:nvPr>
        </p:nvSpPr>
        <p:spPr>
          <a:xfrm>
            <a:off x="7019513" y="4046153"/>
            <a:ext cx="1896000" cy="117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207" name="Google Shape;207;p14"/>
          <p:cNvSpPr txBox="1"/>
          <p:nvPr>
            <p:ph idx="24" type="subTitle"/>
          </p:nvPr>
        </p:nvSpPr>
        <p:spPr>
          <a:xfrm>
            <a:off x="7019513" y="4464013"/>
            <a:ext cx="1896000" cy="117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208" name="Google Shape;208;p14"/>
          <p:cNvSpPr txBox="1"/>
          <p:nvPr>
            <p:ph type="title"/>
          </p:nvPr>
        </p:nvSpPr>
        <p:spPr>
          <a:xfrm>
            <a:off x="228600" y="460100"/>
            <a:ext cx="86868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9pPr>
          </a:lstStyle>
          <a:p/>
        </p:txBody>
      </p:sp>
      <p:sp>
        <p:nvSpPr>
          <p:cNvPr id="209" name="Google Shape;209;p14"/>
          <p:cNvSpPr/>
          <p:nvPr>
            <p:ph idx="25" type="pic"/>
          </p:nvPr>
        </p:nvSpPr>
        <p:spPr>
          <a:xfrm>
            <a:off x="228600" y="1538225"/>
            <a:ext cx="871500" cy="4125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210" name="Google Shape;210;p14"/>
          <p:cNvSpPr/>
          <p:nvPr>
            <p:ph idx="26" type="pic"/>
          </p:nvPr>
        </p:nvSpPr>
        <p:spPr>
          <a:xfrm>
            <a:off x="2423700" y="1538225"/>
            <a:ext cx="871500" cy="4125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211" name="Google Shape;211;p14"/>
          <p:cNvSpPr/>
          <p:nvPr>
            <p:ph idx="27" type="pic"/>
          </p:nvPr>
        </p:nvSpPr>
        <p:spPr>
          <a:xfrm>
            <a:off x="4618800" y="1538225"/>
            <a:ext cx="871500" cy="4125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212" name="Google Shape;212;p14"/>
          <p:cNvSpPr/>
          <p:nvPr>
            <p:ph idx="28" type="pic"/>
          </p:nvPr>
        </p:nvSpPr>
        <p:spPr>
          <a:xfrm>
            <a:off x="6813900" y="1538225"/>
            <a:ext cx="871500" cy="4125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ideas w/ image">
  <p:cSld name="CUSTOM_5_1"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5"/>
          <p:cNvSpPr/>
          <p:nvPr>
            <p:ph idx="2" type="pic"/>
          </p:nvPr>
        </p:nvSpPr>
        <p:spPr>
          <a:xfrm>
            <a:off x="3019625" y="1353263"/>
            <a:ext cx="914400" cy="4125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215" name="Google Shape;215;p15"/>
          <p:cNvSpPr/>
          <p:nvPr>
            <p:ph idx="3" type="pic"/>
          </p:nvPr>
        </p:nvSpPr>
        <p:spPr>
          <a:xfrm>
            <a:off x="5213463" y="1353263"/>
            <a:ext cx="914400" cy="4125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216" name="Google Shape;216;p15"/>
          <p:cNvSpPr/>
          <p:nvPr>
            <p:ph idx="4" type="pic"/>
          </p:nvPr>
        </p:nvSpPr>
        <p:spPr>
          <a:xfrm>
            <a:off x="7407313" y="1353263"/>
            <a:ext cx="914400" cy="4125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217" name="Google Shape;217;p15"/>
          <p:cNvSpPr/>
          <p:nvPr>
            <p:ph idx="5" type="pic"/>
          </p:nvPr>
        </p:nvSpPr>
        <p:spPr>
          <a:xfrm>
            <a:off x="827050" y="1353263"/>
            <a:ext cx="914400" cy="4125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218" name="Google Shape;218;p15"/>
          <p:cNvSpPr txBox="1"/>
          <p:nvPr>
            <p:ph idx="1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19" name="Google Shape;219;p15"/>
          <p:cNvSpPr txBox="1"/>
          <p:nvPr>
            <p:ph idx="6" type="subTitle"/>
          </p:nvPr>
        </p:nvSpPr>
        <p:spPr>
          <a:xfrm>
            <a:off x="233650" y="1897511"/>
            <a:ext cx="2101200" cy="452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ctr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220" name="Google Shape;220;p15"/>
          <p:cNvSpPr txBox="1"/>
          <p:nvPr>
            <p:ph idx="7" type="subTitle"/>
          </p:nvPr>
        </p:nvSpPr>
        <p:spPr>
          <a:xfrm>
            <a:off x="2423700" y="1897511"/>
            <a:ext cx="2101200" cy="452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ctr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221" name="Google Shape;221;p15"/>
          <p:cNvSpPr txBox="1"/>
          <p:nvPr>
            <p:ph idx="8" type="subTitle"/>
          </p:nvPr>
        </p:nvSpPr>
        <p:spPr>
          <a:xfrm>
            <a:off x="4618800" y="1897511"/>
            <a:ext cx="2101200" cy="452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ctr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222" name="Google Shape;222;p15"/>
          <p:cNvSpPr txBox="1"/>
          <p:nvPr>
            <p:ph idx="9" type="subTitle"/>
          </p:nvPr>
        </p:nvSpPr>
        <p:spPr>
          <a:xfrm>
            <a:off x="6813900" y="1897511"/>
            <a:ext cx="2101200" cy="452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ctr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223" name="Google Shape;223;p15"/>
          <p:cNvSpPr txBox="1"/>
          <p:nvPr>
            <p:ph type="title"/>
          </p:nvPr>
        </p:nvSpPr>
        <p:spPr>
          <a:xfrm>
            <a:off x="228600" y="460100"/>
            <a:ext cx="86868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9pPr>
          </a:lstStyle>
          <a:p/>
        </p:txBody>
      </p:sp>
      <p:sp>
        <p:nvSpPr>
          <p:cNvPr id="224" name="Google Shape;224;p15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sz="700">
              <a:solidFill>
                <a:schemeClr val="accent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25" name="Google Shape;225;p15"/>
          <p:cNvSpPr txBox="1"/>
          <p:nvPr>
            <p:ph idx="13" type="subTitle"/>
          </p:nvPr>
        </p:nvSpPr>
        <p:spPr>
          <a:xfrm>
            <a:off x="228600" y="2481621"/>
            <a:ext cx="2101200" cy="11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26" name="Google Shape;226;p15"/>
          <p:cNvSpPr txBox="1"/>
          <p:nvPr>
            <p:ph idx="14" type="subTitle"/>
          </p:nvPr>
        </p:nvSpPr>
        <p:spPr>
          <a:xfrm>
            <a:off x="228600" y="3169379"/>
            <a:ext cx="2101200" cy="11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27" name="Google Shape;227;p15"/>
          <p:cNvSpPr txBox="1"/>
          <p:nvPr>
            <p:ph idx="15" type="subTitle"/>
          </p:nvPr>
        </p:nvSpPr>
        <p:spPr>
          <a:xfrm>
            <a:off x="228600" y="3857113"/>
            <a:ext cx="2101200" cy="11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28" name="Google Shape;228;p15"/>
          <p:cNvSpPr txBox="1"/>
          <p:nvPr>
            <p:ph idx="16" type="subTitle"/>
          </p:nvPr>
        </p:nvSpPr>
        <p:spPr>
          <a:xfrm>
            <a:off x="228600" y="2692825"/>
            <a:ext cx="2101200" cy="195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29" name="Google Shape;229;p15"/>
          <p:cNvSpPr txBox="1"/>
          <p:nvPr>
            <p:ph idx="17" type="subTitle"/>
          </p:nvPr>
        </p:nvSpPr>
        <p:spPr>
          <a:xfrm>
            <a:off x="228600" y="3380220"/>
            <a:ext cx="2101200" cy="195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30" name="Google Shape;230;p15"/>
          <p:cNvSpPr txBox="1"/>
          <p:nvPr>
            <p:ph idx="18" type="subTitle"/>
          </p:nvPr>
        </p:nvSpPr>
        <p:spPr>
          <a:xfrm>
            <a:off x="228600" y="4068356"/>
            <a:ext cx="2101200" cy="195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31" name="Google Shape;231;p15"/>
          <p:cNvSpPr txBox="1"/>
          <p:nvPr>
            <p:ph idx="19" type="subTitle"/>
          </p:nvPr>
        </p:nvSpPr>
        <p:spPr>
          <a:xfrm>
            <a:off x="2423700" y="2481621"/>
            <a:ext cx="2101200" cy="11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32" name="Google Shape;232;p15"/>
          <p:cNvSpPr txBox="1"/>
          <p:nvPr>
            <p:ph idx="20" type="subTitle"/>
          </p:nvPr>
        </p:nvSpPr>
        <p:spPr>
          <a:xfrm>
            <a:off x="2423700" y="3169379"/>
            <a:ext cx="2101200" cy="11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33" name="Google Shape;233;p15"/>
          <p:cNvSpPr txBox="1"/>
          <p:nvPr>
            <p:ph idx="21" type="subTitle"/>
          </p:nvPr>
        </p:nvSpPr>
        <p:spPr>
          <a:xfrm>
            <a:off x="2423700" y="3857113"/>
            <a:ext cx="2101200" cy="11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34" name="Google Shape;234;p15"/>
          <p:cNvSpPr txBox="1"/>
          <p:nvPr>
            <p:ph idx="22" type="subTitle"/>
          </p:nvPr>
        </p:nvSpPr>
        <p:spPr>
          <a:xfrm>
            <a:off x="2423700" y="2692825"/>
            <a:ext cx="2101200" cy="195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35" name="Google Shape;235;p15"/>
          <p:cNvSpPr txBox="1"/>
          <p:nvPr>
            <p:ph idx="23" type="subTitle"/>
          </p:nvPr>
        </p:nvSpPr>
        <p:spPr>
          <a:xfrm>
            <a:off x="2423700" y="3380220"/>
            <a:ext cx="2101200" cy="195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36" name="Google Shape;236;p15"/>
          <p:cNvSpPr txBox="1"/>
          <p:nvPr>
            <p:ph idx="24" type="subTitle"/>
          </p:nvPr>
        </p:nvSpPr>
        <p:spPr>
          <a:xfrm>
            <a:off x="2423700" y="4068356"/>
            <a:ext cx="2101200" cy="195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37" name="Google Shape;237;p15"/>
          <p:cNvSpPr txBox="1"/>
          <p:nvPr>
            <p:ph idx="25" type="subTitle"/>
          </p:nvPr>
        </p:nvSpPr>
        <p:spPr>
          <a:xfrm>
            <a:off x="4618800" y="2481621"/>
            <a:ext cx="2101200" cy="11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38" name="Google Shape;238;p15"/>
          <p:cNvSpPr txBox="1"/>
          <p:nvPr>
            <p:ph idx="26" type="subTitle"/>
          </p:nvPr>
        </p:nvSpPr>
        <p:spPr>
          <a:xfrm>
            <a:off x="4618800" y="3169379"/>
            <a:ext cx="2101200" cy="11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39" name="Google Shape;239;p15"/>
          <p:cNvSpPr txBox="1"/>
          <p:nvPr>
            <p:ph idx="27" type="subTitle"/>
          </p:nvPr>
        </p:nvSpPr>
        <p:spPr>
          <a:xfrm>
            <a:off x="4618800" y="3857113"/>
            <a:ext cx="2101200" cy="11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40" name="Google Shape;240;p15"/>
          <p:cNvSpPr txBox="1"/>
          <p:nvPr>
            <p:ph idx="28" type="subTitle"/>
          </p:nvPr>
        </p:nvSpPr>
        <p:spPr>
          <a:xfrm>
            <a:off x="4618800" y="2692825"/>
            <a:ext cx="2101200" cy="195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41" name="Google Shape;241;p15"/>
          <p:cNvSpPr txBox="1"/>
          <p:nvPr>
            <p:ph idx="29" type="subTitle"/>
          </p:nvPr>
        </p:nvSpPr>
        <p:spPr>
          <a:xfrm>
            <a:off x="4618800" y="3380220"/>
            <a:ext cx="2101200" cy="195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42" name="Google Shape;242;p15"/>
          <p:cNvSpPr txBox="1"/>
          <p:nvPr>
            <p:ph idx="30" type="subTitle"/>
          </p:nvPr>
        </p:nvSpPr>
        <p:spPr>
          <a:xfrm>
            <a:off x="4618800" y="4068356"/>
            <a:ext cx="2101200" cy="195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43" name="Google Shape;243;p15"/>
          <p:cNvSpPr txBox="1"/>
          <p:nvPr>
            <p:ph idx="31" type="subTitle"/>
          </p:nvPr>
        </p:nvSpPr>
        <p:spPr>
          <a:xfrm>
            <a:off x="6815568" y="2481621"/>
            <a:ext cx="2101200" cy="11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44" name="Google Shape;244;p15"/>
          <p:cNvSpPr txBox="1"/>
          <p:nvPr>
            <p:ph idx="32" type="subTitle"/>
          </p:nvPr>
        </p:nvSpPr>
        <p:spPr>
          <a:xfrm>
            <a:off x="6815568" y="3169379"/>
            <a:ext cx="2101200" cy="11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45" name="Google Shape;245;p15"/>
          <p:cNvSpPr txBox="1"/>
          <p:nvPr>
            <p:ph idx="33" type="subTitle"/>
          </p:nvPr>
        </p:nvSpPr>
        <p:spPr>
          <a:xfrm>
            <a:off x="6815568" y="3857113"/>
            <a:ext cx="2101200" cy="11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46" name="Google Shape;246;p15"/>
          <p:cNvSpPr txBox="1"/>
          <p:nvPr>
            <p:ph idx="34" type="subTitle"/>
          </p:nvPr>
        </p:nvSpPr>
        <p:spPr>
          <a:xfrm>
            <a:off x="6815568" y="2692825"/>
            <a:ext cx="2101200" cy="195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47" name="Google Shape;247;p15"/>
          <p:cNvSpPr txBox="1"/>
          <p:nvPr>
            <p:ph idx="35" type="subTitle"/>
          </p:nvPr>
        </p:nvSpPr>
        <p:spPr>
          <a:xfrm>
            <a:off x="6815568" y="3380220"/>
            <a:ext cx="2101200" cy="195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48" name="Google Shape;248;p15"/>
          <p:cNvSpPr txBox="1"/>
          <p:nvPr>
            <p:ph idx="36" type="subTitle"/>
          </p:nvPr>
        </p:nvSpPr>
        <p:spPr>
          <a:xfrm>
            <a:off x="6815568" y="4068356"/>
            <a:ext cx="2101200" cy="195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dium title only">
  <p:cSld name="BLANK_1_1_1_1_2"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6"/>
          <p:cNvSpPr txBox="1"/>
          <p:nvPr>
            <p:ph type="title"/>
          </p:nvPr>
        </p:nvSpPr>
        <p:spPr>
          <a:xfrm>
            <a:off x="228600" y="460100"/>
            <a:ext cx="86868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9pPr>
          </a:lstStyle>
          <a:p/>
        </p:txBody>
      </p:sp>
      <p:sp>
        <p:nvSpPr>
          <p:cNvPr id="251" name="Google Shape;251;p16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sz="700">
              <a:solidFill>
                <a:schemeClr val="accent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52" name="Google Shape;252;p16"/>
          <p:cNvSpPr txBox="1"/>
          <p:nvPr>
            <p:ph idx="1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statement">
  <p:cSld name="BLANK_1_1_1_1_1_1">
    <p:bg>
      <p:bgPr>
        <a:solidFill>
          <a:schemeClr val="lt1"/>
        </a:solidFill>
      </p:bgPr>
    </p:bg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7"/>
          <p:cNvSpPr txBox="1"/>
          <p:nvPr>
            <p:ph idx="1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55" name="Google Shape;255;p17"/>
          <p:cNvSpPr/>
          <p:nvPr>
            <p:ph idx="2" type="pic"/>
          </p:nvPr>
        </p:nvSpPr>
        <p:spPr>
          <a:xfrm>
            <a:off x="1407350" y="1446450"/>
            <a:ext cx="1500300" cy="7101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56" name="Google Shape;256;p17"/>
          <p:cNvSpPr txBox="1"/>
          <p:nvPr>
            <p:ph type="title"/>
          </p:nvPr>
        </p:nvSpPr>
        <p:spPr>
          <a:xfrm>
            <a:off x="1028550" y="2023325"/>
            <a:ext cx="7180800" cy="8418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spAutoFit/>
          </a:bodyPr>
          <a:lstStyle>
            <a:lvl1pPr lv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Forum"/>
              <a:buNone/>
              <a:defRPr sz="4800">
                <a:solidFill>
                  <a:schemeClr val="dk1"/>
                </a:solidFill>
              </a:defRPr>
            </a:lvl1pPr>
            <a:lvl2pPr lvl="1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Forum"/>
              <a:buNone/>
              <a:defRPr sz="48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2pPr>
            <a:lvl3pPr lvl="2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Forum"/>
              <a:buNone/>
              <a:defRPr sz="48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3pPr>
            <a:lvl4pPr lvl="3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Forum"/>
              <a:buNone/>
              <a:defRPr sz="48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4pPr>
            <a:lvl5pPr lvl="4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Forum"/>
              <a:buNone/>
              <a:defRPr sz="48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5pPr>
            <a:lvl6pPr lvl="5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Forum"/>
              <a:buNone/>
              <a:defRPr sz="48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6pPr>
            <a:lvl7pPr lvl="6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Forum"/>
              <a:buNone/>
              <a:defRPr sz="48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7pPr>
            <a:lvl8pPr lvl="7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Forum"/>
              <a:buNone/>
              <a:defRPr sz="48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8pPr>
            <a:lvl9pPr lvl="8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Forum"/>
              <a:buNone/>
              <a:defRPr sz="48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257" name="Google Shape;257;p17"/>
          <p:cNvSpPr/>
          <p:nvPr>
            <p:ph idx="3" type="pic"/>
          </p:nvPr>
        </p:nvSpPr>
        <p:spPr>
          <a:xfrm>
            <a:off x="5316900" y="3181200"/>
            <a:ext cx="763800" cy="763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58" name="Google Shape;258;p17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sz="7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olumns">
  <p:cSld name="BLANK_1_1_1_1_1_1_2"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8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sz="700">
              <a:solidFill>
                <a:schemeClr val="accent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61" name="Google Shape;261;p18"/>
          <p:cNvSpPr txBox="1"/>
          <p:nvPr>
            <p:ph idx="1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62" name="Google Shape;262;p18"/>
          <p:cNvSpPr txBox="1"/>
          <p:nvPr>
            <p:ph idx="2" type="subTitle"/>
          </p:nvPr>
        </p:nvSpPr>
        <p:spPr>
          <a:xfrm>
            <a:off x="228675" y="2704139"/>
            <a:ext cx="2834700" cy="5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63" name="Google Shape;263;p18"/>
          <p:cNvSpPr txBox="1"/>
          <p:nvPr>
            <p:ph idx="3" type="body"/>
          </p:nvPr>
        </p:nvSpPr>
        <p:spPr>
          <a:xfrm>
            <a:off x="761025" y="3339980"/>
            <a:ext cx="1770000" cy="8775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286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9pPr>
          </a:lstStyle>
          <a:p/>
        </p:txBody>
      </p:sp>
      <p:sp>
        <p:nvSpPr>
          <p:cNvPr id="264" name="Google Shape;264;p18"/>
          <p:cNvSpPr txBox="1"/>
          <p:nvPr>
            <p:ph idx="4" type="subTitle"/>
          </p:nvPr>
        </p:nvSpPr>
        <p:spPr>
          <a:xfrm>
            <a:off x="3154650" y="2704139"/>
            <a:ext cx="2834700" cy="5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65" name="Google Shape;265;p18"/>
          <p:cNvSpPr txBox="1"/>
          <p:nvPr>
            <p:ph idx="5" type="body"/>
          </p:nvPr>
        </p:nvSpPr>
        <p:spPr>
          <a:xfrm>
            <a:off x="3687000" y="3339980"/>
            <a:ext cx="1770000" cy="8775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286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9pPr>
          </a:lstStyle>
          <a:p/>
        </p:txBody>
      </p:sp>
      <p:sp>
        <p:nvSpPr>
          <p:cNvPr id="266" name="Google Shape;266;p18"/>
          <p:cNvSpPr txBox="1"/>
          <p:nvPr>
            <p:ph idx="6" type="subTitle"/>
          </p:nvPr>
        </p:nvSpPr>
        <p:spPr>
          <a:xfrm>
            <a:off x="6080625" y="2704139"/>
            <a:ext cx="2834700" cy="5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67" name="Google Shape;267;p18"/>
          <p:cNvSpPr txBox="1"/>
          <p:nvPr>
            <p:ph idx="7" type="body"/>
          </p:nvPr>
        </p:nvSpPr>
        <p:spPr>
          <a:xfrm>
            <a:off x="6612975" y="3339980"/>
            <a:ext cx="1770000" cy="8775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286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9pPr>
          </a:lstStyle>
          <a:p/>
        </p:txBody>
      </p:sp>
      <p:sp>
        <p:nvSpPr>
          <p:cNvPr id="268" name="Google Shape;268;p18"/>
          <p:cNvSpPr txBox="1"/>
          <p:nvPr>
            <p:ph type="title"/>
          </p:nvPr>
        </p:nvSpPr>
        <p:spPr>
          <a:xfrm>
            <a:off x="228600" y="399325"/>
            <a:ext cx="8686800" cy="6246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/>
            </a:lvl1pPr>
            <a:lvl2pPr lvl="1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2pPr>
            <a:lvl3pPr lvl="2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3pPr>
            <a:lvl4pPr lvl="3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4pPr>
            <a:lvl5pPr lvl="4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5pPr>
            <a:lvl6pPr lvl="5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6pPr>
            <a:lvl7pPr lvl="6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7pPr>
            <a:lvl8pPr lvl="7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8pPr>
            <a:lvl9pPr lvl="8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ersona">
  <p:cSld name="CUSTOM"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9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sz="700">
              <a:solidFill>
                <a:schemeClr val="accent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71" name="Google Shape;271;p19"/>
          <p:cNvSpPr/>
          <p:nvPr/>
        </p:nvSpPr>
        <p:spPr>
          <a:xfrm>
            <a:off x="0" y="0"/>
            <a:ext cx="24237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Forum"/>
              <a:ea typeface="Forum"/>
              <a:cs typeface="Forum"/>
              <a:sym typeface="Forum"/>
            </a:endParaRPr>
          </a:p>
        </p:txBody>
      </p:sp>
      <p:sp>
        <p:nvSpPr>
          <p:cNvPr id="272" name="Google Shape;272;p19"/>
          <p:cNvSpPr txBox="1"/>
          <p:nvPr>
            <p:ph idx="1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73" name="Google Shape;273;p19"/>
          <p:cNvSpPr/>
          <p:nvPr>
            <p:ph idx="2" type="pic"/>
          </p:nvPr>
        </p:nvSpPr>
        <p:spPr>
          <a:xfrm>
            <a:off x="232825" y="457275"/>
            <a:ext cx="1966500" cy="1572900"/>
          </a:xfrm>
          <a:prstGeom prst="roundRect">
            <a:avLst>
              <a:gd fmla="val 20306" name="adj"/>
            </a:avLst>
          </a:prstGeom>
          <a:noFill/>
          <a:ln>
            <a:noFill/>
          </a:ln>
        </p:spPr>
      </p:sp>
      <p:sp>
        <p:nvSpPr>
          <p:cNvPr id="274" name="Google Shape;274;p19"/>
          <p:cNvSpPr txBox="1"/>
          <p:nvPr>
            <p:ph type="title"/>
          </p:nvPr>
        </p:nvSpPr>
        <p:spPr>
          <a:xfrm>
            <a:off x="228600" y="2224382"/>
            <a:ext cx="1966500" cy="6246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orum"/>
              <a:buNone/>
              <a:defRPr sz="2800">
                <a:solidFill>
                  <a:schemeClr val="dk1"/>
                </a:solidFill>
              </a:defRPr>
            </a:lvl1pPr>
            <a:lvl2pPr lvl="1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orum"/>
              <a:buNone/>
              <a:defRPr sz="28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2pPr>
            <a:lvl3pPr lvl="2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orum"/>
              <a:buNone/>
              <a:defRPr sz="28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3pPr>
            <a:lvl4pPr lvl="3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orum"/>
              <a:buNone/>
              <a:defRPr sz="28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4pPr>
            <a:lvl5pPr lvl="4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orum"/>
              <a:buNone/>
              <a:defRPr sz="28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5pPr>
            <a:lvl6pPr lvl="5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orum"/>
              <a:buNone/>
              <a:defRPr sz="28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6pPr>
            <a:lvl7pPr lvl="6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orum"/>
              <a:buNone/>
              <a:defRPr sz="28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7pPr>
            <a:lvl8pPr lvl="7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orum"/>
              <a:buNone/>
              <a:defRPr sz="28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8pPr>
            <a:lvl9pPr lvl="8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orum"/>
              <a:buNone/>
              <a:defRPr sz="28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275" name="Google Shape;275;p19"/>
          <p:cNvSpPr txBox="1"/>
          <p:nvPr>
            <p:ph idx="3" type="title"/>
          </p:nvPr>
        </p:nvSpPr>
        <p:spPr>
          <a:xfrm>
            <a:off x="3063300" y="457123"/>
            <a:ext cx="58521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9pPr>
          </a:lstStyle>
          <a:p/>
        </p:txBody>
      </p:sp>
      <p:sp>
        <p:nvSpPr>
          <p:cNvPr id="276" name="Google Shape;276;p19"/>
          <p:cNvSpPr txBox="1"/>
          <p:nvPr>
            <p:ph idx="4" type="subTitle"/>
          </p:nvPr>
        </p:nvSpPr>
        <p:spPr>
          <a:xfrm>
            <a:off x="7160650" y="3105434"/>
            <a:ext cx="1754700" cy="385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2pPr>
            <a:lvl3pPr lvl="2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3pPr>
            <a:lvl4pPr lvl="3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4pPr>
            <a:lvl5pPr lvl="4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5pPr>
            <a:lvl6pPr lvl="5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6pPr>
            <a:lvl7pPr lvl="6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7pPr>
            <a:lvl8pPr lvl="7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8pPr>
            <a:lvl9pPr lvl="8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277" name="Google Shape;277;p19"/>
          <p:cNvSpPr txBox="1"/>
          <p:nvPr>
            <p:ph idx="5" type="body"/>
          </p:nvPr>
        </p:nvSpPr>
        <p:spPr>
          <a:xfrm>
            <a:off x="7160650" y="3664400"/>
            <a:ext cx="1572000" cy="101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9pPr>
          </a:lstStyle>
          <a:p/>
        </p:txBody>
      </p:sp>
      <p:sp>
        <p:nvSpPr>
          <p:cNvPr id="278" name="Google Shape;278;p19"/>
          <p:cNvSpPr txBox="1"/>
          <p:nvPr>
            <p:ph idx="6" type="subTitle"/>
          </p:nvPr>
        </p:nvSpPr>
        <p:spPr>
          <a:xfrm>
            <a:off x="5056850" y="3105434"/>
            <a:ext cx="1572000" cy="385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2pPr>
            <a:lvl3pPr lvl="2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3pPr>
            <a:lvl4pPr lvl="3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4pPr>
            <a:lvl5pPr lvl="4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5pPr>
            <a:lvl6pPr lvl="5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6pPr>
            <a:lvl7pPr lvl="6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7pPr>
            <a:lvl8pPr lvl="7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8pPr>
            <a:lvl9pPr lvl="8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279" name="Google Shape;279;p19"/>
          <p:cNvSpPr txBox="1"/>
          <p:nvPr>
            <p:ph idx="7" type="body"/>
          </p:nvPr>
        </p:nvSpPr>
        <p:spPr>
          <a:xfrm>
            <a:off x="5056850" y="3664400"/>
            <a:ext cx="1572000" cy="1019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80" name="Google Shape;280;p19"/>
          <p:cNvSpPr txBox="1"/>
          <p:nvPr>
            <p:ph idx="8" type="subTitle"/>
          </p:nvPr>
        </p:nvSpPr>
        <p:spPr>
          <a:xfrm>
            <a:off x="3141475" y="3105434"/>
            <a:ext cx="1572000" cy="385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2pPr>
            <a:lvl3pPr lvl="2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3pPr>
            <a:lvl4pPr lvl="3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4pPr>
            <a:lvl5pPr lvl="4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5pPr>
            <a:lvl6pPr lvl="5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6pPr>
            <a:lvl7pPr lvl="6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7pPr>
            <a:lvl8pPr lvl="7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8pPr>
            <a:lvl9pPr lvl="8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281" name="Google Shape;281;p19"/>
          <p:cNvSpPr txBox="1"/>
          <p:nvPr>
            <p:ph idx="9" type="body"/>
          </p:nvPr>
        </p:nvSpPr>
        <p:spPr>
          <a:xfrm>
            <a:off x="3141475" y="3664400"/>
            <a:ext cx="1572000" cy="101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9pPr>
          </a:lstStyle>
          <a:p/>
        </p:txBody>
      </p:sp>
      <p:sp>
        <p:nvSpPr>
          <p:cNvPr id="282" name="Google Shape;282;p19"/>
          <p:cNvSpPr txBox="1"/>
          <p:nvPr>
            <p:ph idx="13" type="subTitle"/>
          </p:nvPr>
        </p:nvSpPr>
        <p:spPr>
          <a:xfrm>
            <a:off x="232825" y="3337900"/>
            <a:ext cx="1966500" cy="13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ALT 3">
  <p:cSld name="BLANK_1_1_1_1_1_1_1_1_1_1_1">
    <p:bg>
      <p:bgPr>
        <a:solidFill>
          <a:schemeClr val="dk2"/>
        </a:solidFill>
      </p:bgPr>
    </p:bg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20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sz="7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85" name="Google Shape;285;p20"/>
          <p:cNvSpPr txBox="1"/>
          <p:nvPr>
            <p:ph idx="1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86" name="Google Shape;286;p20"/>
          <p:cNvSpPr txBox="1"/>
          <p:nvPr>
            <p:ph idx="2" type="subTitle"/>
          </p:nvPr>
        </p:nvSpPr>
        <p:spPr>
          <a:xfrm>
            <a:off x="6080700" y="455543"/>
            <a:ext cx="3212400" cy="385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287" name="Google Shape;287;p20"/>
          <p:cNvSpPr txBox="1"/>
          <p:nvPr>
            <p:ph type="title"/>
          </p:nvPr>
        </p:nvSpPr>
        <p:spPr>
          <a:xfrm>
            <a:off x="228600" y="372496"/>
            <a:ext cx="3485100" cy="8529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/>
            </a:lvl1pPr>
            <a:lvl2pPr lvl="1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>
                <a:latin typeface="Forum"/>
                <a:ea typeface="Forum"/>
                <a:cs typeface="Forum"/>
                <a:sym typeface="Forum"/>
              </a:defRPr>
            </a:lvl2pPr>
            <a:lvl3pPr lvl="2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>
                <a:latin typeface="Forum"/>
                <a:ea typeface="Forum"/>
                <a:cs typeface="Forum"/>
                <a:sym typeface="Forum"/>
              </a:defRPr>
            </a:lvl3pPr>
            <a:lvl4pPr lvl="3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>
                <a:latin typeface="Forum"/>
                <a:ea typeface="Forum"/>
                <a:cs typeface="Forum"/>
                <a:sym typeface="Forum"/>
              </a:defRPr>
            </a:lvl4pPr>
            <a:lvl5pPr lvl="4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>
                <a:latin typeface="Forum"/>
                <a:ea typeface="Forum"/>
                <a:cs typeface="Forum"/>
                <a:sym typeface="Forum"/>
              </a:defRPr>
            </a:lvl5pPr>
            <a:lvl6pPr lvl="5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>
                <a:latin typeface="Forum"/>
                <a:ea typeface="Forum"/>
                <a:cs typeface="Forum"/>
                <a:sym typeface="Forum"/>
              </a:defRPr>
            </a:lvl6pPr>
            <a:lvl7pPr lvl="6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>
                <a:latin typeface="Forum"/>
                <a:ea typeface="Forum"/>
                <a:cs typeface="Forum"/>
                <a:sym typeface="Forum"/>
              </a:defRPr>
            </a:lvl7pPr>
            <a:lvl8pPr lvl="7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>
                <a:latin typeface="Forum"/>
                <a:ea typeface="Forum"/>
                <a:cs typeface="Forum"/>
                <a:sym typeface="Forum"/>
              </a:defRPr>
            </a:lvl8pPr>
            <a:lvl9pPr lvl="8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288" name="Google Shape;288;p20"/>
          <p:cNvSpPr txBox="1"/>
          <p:nvPr>
            <p:ph idx="3" type="subTitle"/>
          </p:nvPr>
        </p:nvSpPr>
        <p:spPr>
          <a:xfrm>
            <a:off x="6080700" y="1603994"/>
            <a:ext cx="3212400" cy="385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289" name="Google Shape;289;p20"/>
          <p:cNvSpPr txBox="1"/>
          <p:nvPr>
            <p:ph idx="4" type="subTitle"/>
          </p:nvPr>
        </p:nvSpPr>
        <p:spPr>
          <a:xfrm>
            <a:off x="6080700" y="2743467"/>
            <a:ext cx="3212400" cy="385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290" name="Google Shape;290;p20"/>
          <p:cNvSpPr txBox="1"/>
          <p:nvPr>
            <p:ph idx="5" type="subTitle"/>
          </p:nvPr>
        </p:nvSpPr>
        <p:spPr>
          <a:xfrm>
            <a:off x="6080700" y="3943349"/>
            <a:ext cx="3212400" cy="385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ALT 1">
  <p:cSld name="BLANK_1_1_1_1_1_1_1_1_1_1_1_1">
    <p:bg>
      <p:bgPr>
        <a:solidFill>
          <a:schemeClr val="accent1"/>
        </a:solidFill>
      </p:bgPr>
    </p:bg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21"/>
          <p:cNvSpPr/>
          <p:nvPr/>
        </p:nvSpPr>
        <p:spPr>
          <a:xfrm>
            <a:off x="4618950" y="0"/>
            <a:ext cx="45252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Forum"/>
              <a:ea typeface="Forum"/>
              <a:cs typeface="Forum"/>
              <a:sym typeface="Forum"/>
            </a:endParaRPr>
          </a:p>
        </p:txBody>
      </p:sp>
      <p:sp>
        <p:nvSpPr>
          <p:cNvPr id="293" name="Google Shape;293;p21"/>
          <p:cNvSpPr/>
          <p:nvPr>
            <p:ph idx="2" type="pic"/>
          </p:nvPr>
        </p:nvSpPr>
        <p:spPr>
          <a:xfrm>
            <a:off x="5032050" y="460300"/>
            <a:ext cx="3783900" cy="4223400"/>
          </a:xfrm>
          <a:prstGeom prst="roundRect">
            <a:avLst>
              <a:gd fmla="val 10497" name="adj"/>
            </a:avLst>
          </a:prstGeom>
          <a:noFill/>
          <a:ln>
            <a:noFill/>
          </a:ln>
        </p:spPr>
      </p:sp>
      <p:sp>
        <p:nvSpPr>
          <p:cNvPr id="294" name="Google Shape;294;p21"/>
          <p:cNvSpPr txBox="1"/>
          <p:nvPr>
            <p:ph type="title"/>
          </p:nvPr>
        </p:nvSpPr>
        <p:spPr>
          <a:xfrm>
            <a:off x="228600" y="408042"/>
            <a:ext cx="4029600" cy="2994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noAutofit/>
          </a:bodyPr>
          <a:lstStyle>
            <a:lvl1pPr lv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orum"/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orum"/>
              <a:buNone/>
              <a:defRPr sz="36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2pPr>
            <a:lvl3pPr lvl="2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orum"/>
              <a:buNone/>
              <a:defRPr sz="36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3pPr>
            <a:lvl4pPr lvl="3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orum"/>
              <a:buNone/>
              <a:defRPr sz="36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4pPr>
            <a:lvl5pPr lvl="4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orum"/>
              <a:buNone/>
              <a:defRPr sz="36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5pPr>
            <a:lvl6pPr lvl="5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orum"/>
              <a:buNone/>
              <a:defRPr sz="36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6pPr>
            <a:lvl7pPr lvl="6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orum"/>
              <a:buNone/>
              <a:defRPr sz="36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7pPr>
            <a:lvl8pPr lvl="7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orum"/>
              <a:buNone/>
              <a:defRPr sz="36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8pPr>
            <a:lvl9pPr lvl="8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orum"/>
              <a:buNone/>
              <a:defRPr sz="36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295" name="Google Shape;295;p21"/>
          <p:cNvSpPr txBox="1"/>
          <p:nvPr>
            <p:ph idx="1" type="subTitle"/>
          </p:nvPr>
        </p:nvSpPr>
        <p:spPr>
          <a:xfrm>
            <a:off x="811200" y="3337800"/>
            <a:ext cx="2932500" cy="1345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96" name="Google Shape;296;p21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sz="7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ge pink">
  <p:cSld name="CUSTOM_1">
    <p:bg>
      <p:bgPr>
        <a:solidFill>
          <a:schemeClr val="accent1"/>
        </a:solidFill>
      </p:bgPr>
    </p:bg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22"/>
          <p:cNvSpPr txBox="1"/>
          <p:nvPr>
            <p:ph idx="1" type="subTitle"/>
          </p:nvPr>
        </p:nvSpPr>
        <p:spPr>
          <a:xfrm>
            <a:off x="228600" y="3953475"/>
            <a:ext cx="2501700" cy="73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99" name="Google Shape;299;p22"/>
          <p:cNvSpPr/>
          <p:nvPr>
            <p:ph idx="2" type="pic"/>
          </p:nvPr>
        </p:nvSpPr>
        <p:spPr>
          <a:xfrm>
            <a:off x="3539700" y="1418775"/>
            <a:ext cx="2064600" cy="2306100"/>
          </a:xfrm>
          <a:prstGeom prst="roundRect">
            <a:avLst>
              <a:gd fmla="val 15772" name="adj"/>
            </a:avLst>
          </a:prstGeom>
          <a:noFill/>
          <a:ln>
            <a:noFill/>
          </a:ln>
        </p:spPr>
      </p:sp>
      <p:sp>
        <p:nvSpPr>
          <p:cNvPr id="300" name="Google Shape;300;p22"/>
          <p:cNvSpPr txBox="1"/>
          <p:nvPr>
            <p:ph idx="3" type="subTitle"/>
          </p:nvPr>
        </p:nvSpPr>
        <p:spPr>
          <a:xfrm>
            <a:off x="6413700" y="3953475"/>
            <a:ext cx="2501700" cy="73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01" name="Google Shape;301;p22"/>
          <p:cNvSpPr txBox="1"/>
          <p:nvPr>
            <p:ph idx="4" type="subTitle"/>
          </p:nvPr>
        </p:nvSpPr>
        <p:spPr>
          <a:xfrm>
            <a:off x="3321150" y="3953475"/>
            <a:ext cx="2501700" cy="73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02" name="Google Shape;302;p22"/>
          <p:cNvSpPr txBox="1"/>
          <p:nvPr>
            <p:ph type="title"/>
          </p:nvPr>
        </p:nvSpPr>
        <p:spPr>
          <a:xfrm>
            <a:off x="228600" y="460100"/>
            <a:ext cx="86868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03" name="Google Shape;303;p22"/>
          <p:cNvSpPr/>
          <p:nvPr>
            <p:ph idx="5" type="pic"/>
          </p:nvPr>
        </p:nvSpPr>
        <p:spPr>
          <a:xfrm>
            <a:off x="447150" y="1418775"/>
            <a:ext cx="2064600" cy="2306100"/>
          </a:xfrm>
          <a:prstGeom prst="roundRect">
            <a:avLst>
              <a:gd fmla="val 15772" name="adj"/>
            </a:avLst>
          </a:prstGeom>
          <a:noFill/>
          <a:ln>
            <a:noFill/>
          </a:ln>
        </p:spPr>
      </p:sp>
      <p:sp>
        <p:nvSpPr>
          <p:cNvPr id="304" name="Google Shape;304;p22"/>
          <p:cNvSpPr/>
          <p:nvPr>
            <p:ph idx="6" type="pic"/>
          </p:nvPr>
        </p:nvSpPr>
        <p:spPr>
          <a:xfrm>
            <a:off x="6632250" y="1418775"/>
            <a:ext cx="2064600" cy="2306100"/>
          </a:xfrm>
          <a:prstGeom prst="roundRect">
            <a:avLst>
              <a:gd fmla="val 15772" name="adj"/>
            </a:avLst>
          </a:prstGeom>
          <a:noFill/>
          <a:ln>
            <a:noFill/>
          </a:ln>
        </p:spPr>
      </p:sp>
      <p:sp>
        <p:nvSpPr>
          <p:cNvPr id="305" name="Google Shape;305;p22"/>
          <p:cNvSpPr txBox="1"/>
          <p:nvPr>
            <p:ph idx="7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06" name="Google Shape;306;p22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sz="7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ge yellow">
  <p:cSld name="CUSTOM_1_1">
    <p:bg>
      <p:bgPr>
        <a:solidFill>
          <a:schemeClr val="accent2"/>
        </a:solidFill>
      </p:bgPr>
    </p:bg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23"/>
          <p:cNvSpPr/>
          <p:nvPr>
            <p:ph idx="2" type="pic"/>
          </p:nvPr>
        </p:nvSpPr>
        <p:spPr>
          <a:xfrm>
            <a:off x="3539700" y="1418775"/>
            <a:ext cx="2064600" cy="2306100"/>
          </a:xfrm>
          <a:prstGeom prst="roundRect">
            <a:avLst>
              <a:gd fmla="val 15772" name="adj"/>
            </a:avLst>
          </a:prstGeom>
          <a:noFill/>
          <a:ln>
            <a:noFill/>
          </a:ln>
        </p:spPr>
      </p:sp>
      <p:sp>
        <p:nvSpPr>
          <p:cNvPr id="309" name="Google Shape;309;p23"/>
          <p:cNvSpPr txBox="1"/>
          <p:nvPr>
            <p:ph type="title"/>
          </p:nvPr>
        </p:nvSpPr>
        <p:spPr>
          <a:xfrm>
            <a:off x="228600" y="460100"/>
            <a:ext cx="86868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9pPr>
          </a:lstStyle>
          <a:p/>
        </p:txBody>
      </p:sp>
      <p:sp>
        <p:nvSpPr>
          <p:cNvPr id="310" name="Google Shape;310;p23"/>
          <p:cNvSpPr txBox="1"/>
          <p:nvPr>
            <p:ph idx="1" type="subTitle"/>
          </p:nvPr>
        </p:nvSpPr>
        <p:spPr>
          <a:xfrm>
            <a:off x="228600" y="3953475"/>
            <a:ext cx="2501700" cy="73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11" name="Google Shape;311;p23"/>
          <p:cNvSpPr txBox="1"/>
          <p:nvPr>
            <p:ph idx="3" type="subTitle"/>
          </p:nvPr>
        </p:nvSpPr>
        <p:spPr>
          <a:xfrm>
            <a:off x="6413700" y="3953475"/>
            <a:ext cx="2501700" cy="73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12" name="Google Shape;312;p23"/>
          <p:cNvSpPr txBox="1"/>
          <p:nvPr>
            <p:ph idx="4" type="subTitle"/>
          </p:nvPr>
        </p:nvSpPr>
        <p:spPr>
          <a:xfrm>
            <a:off x="3321150" y="3953475"/>
            <a:ext cx="2501700" cy="73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13" name="Google Shape;313;p23"/>
          <p:cNvSpPr/>
          <p:nvPr>
            <p:ph idx="5" type="pic"/>
          </p:nvPr>
        </p:nvSpPr>
        <p:spPr>
          <a:xfrm>
            <a:off x="447150" y="1418775"/>
            <a:ext cx="2064600" cy="2306100"/>
          </a:xfrm>
          <a:prstGeom prst="roundRect">
            <a:avLst>
              <a:gd fmla="val 15772" name="adj"/>
            </a:avLst>
          </a:prstGeom>
          <a:noFill/>
          <a:ln>
            <a:noFill/>
          </a:ln>
        </p:spPr>
      </p:sp>
      <p:sp>
        <p:nvSpPr>
          <p:cNvPr id="314" name="Google Shape;314;p23"/>
          <p:cNvSpPr/>
          <p:nvPr>
            <p:ph idx="6" type="pic"/>
          </p:nvPr>
        </p:nvSpPr>
        <p:spPr>
          <a:xfrm>
            <a:off x="6632250" y="1418775"/>
            <a:ext cx="2064600" cy="2306100"/>
          </a:xfrm>
          <a:prstGeom prst="roundRect">
            <a:avLst>
              <a:gd fmla="val 15772" name="adj"/>
            </a:avLst>
          </a:prstGeom>
          <a:noFill/>
          <a:ln>
            <a:noFill/>
          </a:ln>
        </p:spPr>
      </p:sp>
      <p:sp>
        <p:nvSpPr>
          <p:cNvPr id="315" name="Google Shape;315;p23"/>
          <p:cNvSpPr txBox="1"/>
          <p:nvPr>
            <p:ph idx="7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16" name="Google Shape;316;p23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sz="7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ge purple">
  <p:cSld name="CUSTOM_1_1_1">
    <p:bg>
      <p:bgPr>
        <a:solidFill>
          <a:schemeClr val="lt2"/>
        </a:solidFill>
      </p:bgPr>
    </p:bg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24"/>
          <p:cNvSpPr/>
          <p:nvPr>
            <p:ph idx="2" type="pic"/>
          </p:nvPr>
        </p:nvSpPr>
        <p:spPr>
          <a:xfrm>
            <a:off x="3539700" y="1418775"/>
            <a:ext cx="2064600" cy="2306100"/>
          </a:xfrm>
          <a:prstGeom prst="roundRect">
            <a:avLst>
              <a:gd fmla="val 15772" name="adj"/>
            </a:avLst>
          </a:prstGeom>
          <a:noFill/>
          <a:ln>
            <a:noFill/>
          </a:ln>
        </p:spPr>
      </p:sp>
      <p:sp>
        <p:nvSpPr>
          <p:cNvPr id="319" name="Google Shape;319;p24"/>
          <p:cNvSpPr txBox="1"/>
          <p:nvPr>
            <p:ph type="title"/>
          </p:nvPr>
        </p:nvSpPr>
        <p:spPr>
          <a:xfrm>
            <a:off x="228600" y="460100"/>
            <a:ext cx="86868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9pPr>
          </a:lstStyle>
          <a:p/>
        </p:txBody>
      </p:sp>
      <p:sp>
        <p:nvSpPr>
          <p:cNvPr id="320" name="Google Shape;320;p24"/>
          <p:cNvSpPr txBox="1"/>
          <p:nvPr>
            <p:ph idx="1" type="subTitle"/>
          </p:nvPr>
        </p:nvSpPr>
        <p:spPr>
          <a:xfrm>
            <a:off x="228600" y="3953475"/>
            <a:ext cx="2501700" cy="73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21" name="Google Shape;321;p24"/>
          <p:cNvSpPr txBox="1"/>
          <p:nvPr>
            <p:ph idx="3" type="subTitle"/>
          </p:nvPr>
        </p:nvSpPr>
        <p:spPr>
          <a:xfrm>
            <a:off x="6413700" y="3953475"/>
            <a:ext cx="2501700" cy="73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22" name="Google Shape;322;p24"/>
          <p:cNvSpPr txBox="1"/>
          <p:nvPr>
            <p:ph idx="4" type="subTitle"/>
          </p:nvPr>
        </p:nvSpPr>
        <p:spPr>
          <a:xfrm>
            <a:off x="3321150" y="3953475"/>
            <a:ext cx="2501700" cy="73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23" name="Google Shape;323;p24"/>
          <p:cNvSpPr/>
          <p:nvPr>
            <p:ph idx="5" type="pic"/>
          </p:nvPr>
        </p:nvSpPr>
        <p:spPr>
          <a:xfrm>
            <a:off x="447150" y="1418775"/>
            <a:ext cx="2064600" cy="2306100"/>
          </a:xfrm>
          <a:prstGeom prst="roundRect">
            <a:avLst>
              <a:gd fmla="val 15772" name="adj"/>
            </a:avLst>
          </a:prstGeom>
          <a:noFill/>
          <a:ln>
            <a:noFill/>
          </a:ln>
        </p:spPr>
      </p:sp>
      <p:sp>
        <p:nvSpPr>
          <p:cNvPr id="324" name="Google Shape;324;p24"/>
          <p:cNvSpPr/>
          <p:nvPr>
            <p:ph idx="6" type="pic"/>
          </p:nvPr>
        </p:nvSpPr>
        <p:spPr>
          <a:xfrm>
            <a:off x="6632250" y="1418775"/>
            <a:ext cx="2064600" cy="2306100"/>
          </a:xfrm>
          <a:prstGeom prst="roundRect">
            <a:avLst>
              <a:gd fmla="val 15772" name="adj"/>
            </a:avLst>
          </a:prstGeom>
          <a:noFill/>
          <a:ln>
            <a:noFill/>
          </a:ln>
        </p:spPr>
      </p:sp>
      <p:sp>
        <p:nvSpPr>
          <p:cNvPr id="325" name="Google Shape;325;p24"/>
          <p:cNvSpPr txBox="1"/>
          <p:nvPr>
            <p:ph idx="7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26" name="Google Shape;326;p24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sz="7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points">
  <p:cSld name="CUSTOM_1_1_1_1"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25"/>
          <p:cNvSpPr txBox="1"/>
          <p:nvPr>
            <p:ph idx="1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29" name="Google Shape;329;p25"/>
          <p:cNvSpPr txBox="1"/>
          <p:nvPr>
            <p:ph type="title"/>
          </p:nvPr>
        </p:nvSpPr>
        <p:spPr>
          <a:xfrm>
            <a:off x="228600" y="460100"/>
            <a:ext cx="86868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9pPr>
          </a:lstStyle>
          <a:p/>
        </p:txBody>
      </p:sp>
      <p:sp>
        <p:nvSpPr>
          <p:cNvPr id="330" name="Google Shape;330;p25"/>
          <p:cNvSpPr txBox="1"/>
          <p:nvPr>
            <p:ph idx="2" type="subTitle"/>
          </p:nvPr>
        </p:nvSpPr>
        <p:spPr>
          <a:xfrm>
            <a:off x="228600" y="3953475"/>
            <a:ext cx="2501700" cy="73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31" name="Google Shape;331;p25"/>
          <p:cNvSpPr txBox="1"/>
          <p:nvPr>
            <p:ph idx="3" type="subTitle"/>
          </p:nvPr>
        </p:nvSpPr>
        <p:spPr>
          <a:xfrm>
            <a:off x="6413700" y="3953475"/>
            <a:ext cx="2501700" cy="73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32" name="Google Shape;332;p25"/>
          <p:cNvSpPr txBox="1"/>
          <p:nvPr>
            <p:ph idx="4" type="subTitle"/>
          </p:nvPr>
        </p:nvSpPr>
        <p:spPr>
          <a:xfrm>
            <a:off x="3321150" y="3953475"/>
            <a:ext cx="2501700" cy="73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33" name="Google Shape;333;p25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sz="700">
              <a:solidFill>
                <a:schemeClr val="accent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ext steps">
  <p:cSld name="CUSTOM_7_1_1_1_1_1_1_1_1_1_1_1_1_1_1_1_1_1"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26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sz="700">
              <a:solidFill>
                <a:schemeClr val="accent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36" name="Google Shape;336;p26"/>
          <p:cNvSpPr txBox="1"/>
          <p:nvPr>
            <p:ph idx="1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37" name="Google Shape;337;p26"/>
          <p:cNvSpPr txBox="1"/>
          <p:nvPr>
            <p:ph idx="2" type="subTitle"/>
          </p:nvPr>
        </p:nvSpPr>
        <p:spPr>
          <a:xfrm>
            <a:off x="4328700" y="392448"/>
            <a:ext cx="1526400" cy="385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338" name="Google Shape;338;p26"/>
          <p:cNvSpPr txBox="1"/>
          <p:nvPr>
            <p:ph idx="3" type="subTitle"/>
          </p:nvPr>
        </p:nvSpPr>
        <p:spPr>
          <a:xfrm>
            <a:off x="5987725" y="499551"/>
            <a:ext cx="2926200" cy="62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39" name="Google Shape;339;p26"/>
          <p:cNvSpPr txBox="1"/>
          <p:nvPr>
            <p:ph idx="4" type="subTitle"/>
          </p:nvPr>
        </p:nvSpPr>
        <p:spPr>
          <a:xfrm>
            <a:off x="4328700" y="1620445"/>
            <a:ext cx="1526400" cy="385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340" name="Google Shape;340;p26"/>
          <p:cNvSpPr txBox="1"/>
          <p:nvPr>
            <p:ph idx="5" type="subTitle"/>
          </p:nvPr>
        </p:nvSpPr>
        <p:spPr>
          <a:xfrm>
            <a:off x="5987725" y="1727550"/>
            <a:ext cx="2926200" cy="62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41" name="Google Shape;341;p26"/>
          <p:cNvSpPr txBox="1"/>
          <p:nvPr>
            <p:ph idx="6" type="subTitle"/>
          </p:nvPr>
        </p:nvSpPr>
        <p:spPr>
          <a:xfrm>
            <a:off x="4328700" y="2850106"/>
            <a:ext cx="1526400" cy="385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342" name="Google Shape;342;p26"/>
          <p:cNvSpPr txBox="1"/>
          <p:nvPr>
            <p:ph idx="7" type="subTitle"/>
          </p:nvPr>
        </p:nvSpPr>
        <p:spPr>
          <a:xfrm>
            <a:off x="5987725" y="2957203"/>
            <a:ext cx="2926200" cy="62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43" name="Google Shape;343;p26"/>
          <p:cNvSpPr txBox="1"/>
          <p:nvPr>
            <p:ph idx="8" type="subTitle"/>
          </p:nvPr>
        </p:nvSpPr>
        <p:spPr>
          <a:xfrm>
            <a:off x="4328700" y="4077970"/>
            <a:ext cx="1526400" cy="385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344" name="Google Shape;344;p26"/>
          <p:cNvSpPr txBox="1"/>
          <p:nvPr>
            <p:ph idx="9" type="subTitle"/>
          </p:nvPr>
        </p:nvSpPr>
        <p:spPr>
          <a:xfrm>
            <a:off x="5987725" y="4185076"/>
            <a:ext cx="2926200" cy="498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45" name="Google Shape;345;p26"/>
          <p:cNvSpPr txBox="1"/>
          <p:nvPr>
            <p:ph type="title"/>
          </p:nvPr>
        </p:nvSpPr>
        <p:spPr>
          <a:xfrm>
            <a:off x="228600" y="460100"/>
            <a:ext cx="28347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">
  <p:cSld name="CUSTOM_2">
    <p:bg>
      <p:bgPr>
        <a:solidFill>
          <a:schemeClr val="dk2"/>
        </a:solidFill>
      </p:bgPr>
    </p:bg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27"/>
          <p:cNvSpPr/>
          <p:nvPr/>
        </p:nvSpPr>
        <p:spPr>
          <a:xfrm>
            <a:off x="4618950" y="0"/>
            <a:ext cx="45252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Forum"/>
              <a:ea typeface="Forum"/>
              <a:cs typeface="Forum"/>
              <a:sym typeface="Forum"/>
            </a:endParaRPr>
          </a:p>
        </p:txBody>
      </p:sp>
      <p:sp>
        <p:nvSpPr>
          <p:cNvPr id="348" name="Google Shape;348;p27"/>
          <p:cNvSpPr txBox="1"/>
          <p:nvPr>
            <p:ph type="title"/>
          </p:nvPr>
        </p:nvSpPr>
        <p:spPr>
          <a:xfrm>
            <a:off x="228600" y="4039700"/>
            <a:ext cx="4296300" cy="6441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/>
            </a:lvl1pPr>
            <a:lvl2pPr lvl="1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/>
            </a:lvl2pPr>
            <a:lvl3pPr lvl="2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/>
            </a:lvl3pPr>
            <a:lvl4pPr lvl="3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/>
            </a:lvl4pPr>
            <a:lvl5pPr lvl="4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/>
            </a:lvl5pPr>
            <a:lvl6pPr lvl="5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/>
            </a:lvl6pPr>
            <a:lvl7pPr lvl="6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/>
            </a:lvl7pPr>
            <a:lvl8pPr lvl="7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/>
            </a:lvl8pPr>
            <a:lvl9pPr lvl="8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/>
            </a:lvl9pPr>
          </a:lstStyle>
          <a:p/>
        </p:txBody>
      </p:sp>
      <p:sp>
        <p:nvSpPr>
          <p:cNvPr id="349" name="Google Shape;349;p27"/>
          <p:cNvSpPr txBox="1"/>
          <p:nvPr>
            <p:ph idx="1" type="subTitle"/>
          </p:nvPr>
        </p:nvSpPr>
        <p:spPr>
          <a:xfrm>
            <a:off x="4994900" y="457200"/>
            <a:ext cx="3920400" cy="1342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28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52" name="Google Shape;352;p2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2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7" name="Google Shape;357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0" name="Google Shape;360;p31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1" name="Google Shape;361;p31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33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66" name="Google Shape;366;p33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34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35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71" name="Google Shape;371;p35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72" name="Google Shape;372;p35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36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37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77" name="Google Shape;377;p37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39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1" name="Google Shape;381;p39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2" name="Google Shape;382;p39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3" name="Google Shape;383;p39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4" name="Google Shape;384;p39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5" name="Google Shape;385;p39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6" name="Google Shape;386;p39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9" name="Google Shape;389;p40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90" name="Google Shape;390;p40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41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93" name="Google Shape;393;p41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94" name="Google Shape;394;p41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95" name="Google Shape;395;p41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6" name="Google Shape;396;p41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42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99" name="Google Shape;399;p42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00" name="Google Shape;400;p42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01" name="Google Shape;401;p42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02" name="Google Shape;402;p42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03" name="Google Shape;403;p42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04" name="Google Shape;404;p42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43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07" name="Google Shape;407;p43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08" name="Google Shape;408;p43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09" name="Google Shape;409;p43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10" name="Google Shape;410;p43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11" name="Google Shape;411;p43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2" name="Google Shape;412;p43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3" name="Google Shape;413;p43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4" name="Google Shape;414;p43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7" name="Google Shape;417;p44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45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0" name="Google Shape;420;p45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21" name="Google Shape;421;p45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22" name="Google Shape;422;p45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3" name="Google Shape;423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4" name="Google Shape;424;p45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25" name="Google Shape;425;p45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46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8" name="Google Shape;428;p46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29" name="Google Shape;429;p46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30" name="Google Shape;430;p46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31" name="Google Shape;431;p46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32" name="Google Shape;432;p46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33" name="Google Shape;433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4" name="Google Shape;434;p46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35" name="Google Shape;435;p46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36" name="Google Shape;436;p46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47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48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41" name="Google Shape;441;p48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42" name="Google Shape;442;p48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43" name="Google Shape;443;p48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44" name="Google Shape;444;p48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45" name="Google Shape;445;p48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46" name="Google Shape;446;p48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7" name="Google Shape;447;p48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48" name="Google Shape;448;p48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49" name="Google Shape;449;p48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20" Type="http://schemas.openxmlformats.org/officeDocument/2006/relationships/slideLayout" Target="../slideLayouts/slideLayout2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22" Type="http://schemas.openxmlformats.org/officeDocument/2006/relationships/slideLayout" Target="../slideLayouts/slideLayout22.xml"/><Relationship Id="rId44" Type="http://schemas.openxmlformats.org/officeDocument/2006/relationships/slideLayout" Target="../slideLayouts/slideLayout44.xml"/><Relationship Id="rId21" Type="http://schemas.openxmlformats.org/officeDocument/2006/relationships/slideLayout" Target="../slideLayouts/slideLayout21.xml"/><Relationship Id="rId43" Type="http://schemas.openxmlformats.org/officeDocument/2006/relationships/slideLayout" Target="../slideLayouts/slideLayout43.xml"/><Relationship Id="rId24" Type="http://schemas.openxmlformats.org/officeDocument/2006/relationships/slideLayout" Target="../slideLayouts/slideLayout24.xml"/><Relationship Id="rId46" Type="http://schemas.openxmlformats.org/officeDocument/2006/relationships/slideLayout" Target="../slideLayouts/slideLayout46.xml"/><Relationship Id="rId23" Type="http://schemas.openxmlformats.org/officeDocument/2006/relationships/slideLayout" Target="../slideLayouts/slideLayout23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48" Type="http://schemas.openxmlformats.org/officeDocument/2006/relationships/theme" Target="../theme/theme2.xml"/><Relationship Id="rId25" Type="http://schemas.openxmlformats.org/officeDocument/2006/relationships/slideLayout" Target="../slideLayouts/slideLayout25.xml"/><Relationship Id="rId47" Type="http://schemas.openxmlformats.org/officeDocument/2006/relationships/slideLayout" Target="../slideLayouts/slideLayout47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39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16.xml"/><Relationship Id="rId3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" type="body"/>
          </p:nvPr>
        </p:nvSpPr>
        <p:spPr>
          <a:xfrm>
            <a:off x="228600" y="1452125"/>
            <a:ext cx="5760600" cy="34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329650" y="511500"/>
            <a:ext cx="61152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Forum"/>
              <a:buNone/>
              <a:defRPr sz="3000">
                <a:solidFill>
                  <a:schemeClr val="lt1"/>
                </a:solidFill>
                <a:latin typeface="Forum"/>
                <a:ea typeface="Forum"/>
                <a:cs typeface="Forum"/>
                <a:sym typeface="For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2" type="body"/>
          </p:nvPr>
        </p:nvSpPr>
        <p:spPr>
          <a:xfrm>
            <a:off x="4291000" y="1562975"/>
            <a:ext cx="3728400" cy="256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468">
          <p15:clr>
            <a:srgbClr val="E46962"/>
          </p15:clr>
        </p15:guide>
        <p15:guide id="8" pos="1527">
          <p15:clr>
            <a:srgbClr val="E46962"/>
          </p15:clr>
        </p15:guide>
        <p15:guide id="9" pos="4226">
          <p15:clr>
            <a:srgbClr val="E46962"/>
          </p15:clr>
        </p15:guide>
        <p15:guide id="10" pos="4285">
          <p15:clr>
            <a:srgbClr val="E46962"/>
          </p15:clr>
        </p15:guide>
        <p15:guide id="11" pos="3773">
          <p15:clr>
            <a:srgbClr val="E46962"/>
          </p15:clr>
        </p15:guide>
        <p15:guide id="12" pos="3830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jpg"/><Relationship Id="rId4" Type="http://schemas.openxmlformats.org/officeDocument/2006/relationships/image" Target="../media/image7.jpg"/><Relationship Id="rId9" Type="http://schemas.openxmlformats.org/officeDocument/2006/relationships/image" Target="../media/image9.jpg"/><Relationship Id="rId5" Type="http://schemas.openxmlformats.org/officeDocument/2006/relationships/image" Target="../media/image3.jpg"/><Relationship Id="rId6" Type="http://schemas.openxmlformats.org/officeDocument/2006/relationships/image" Target="../media/image8.jpg"/><Relationship Id="rId7" Type="http://schemas.openxmlformats.org/officeDocument/2006/relationships/image" Target="../media/image4.jpg"/><Relationship Id="rId8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Relationship Id="rId4" Type="http://schemas.openxmlformats.org/officeDocument/2006/relationships/hyperlink" Target="https://app.deweydata.io/data/openbrand/consumer-insights-survey-data/consumer-electronics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49"/>
          <p:cNvSpPr txBox="1"/>
          <p:nvPr>
            <p:ph type="title"/>
          </p:nvPr>
        </p:nvSpPr>
        <p:spPr>
          <a:xfrm>
            <a:off x="228600" y="457200"/>
            <a:ext cx="8686800" cy="22806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</a:rPr>
              <a:t>MARKETING</a:t>
            </a:r>
            <a:endParaRPr>
              <a:solidFill>
                <a:schemeClr val="accen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PLAN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PRESENTATION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descr="A light blue rectangle." id="455" name="Google Shape;455;p49"/>
          <p:cNvSpPr/>
          <p:nvPr/>
        </p:nvSpPr>
        <p:spPr>
          <a:xfrm flipH="1">
            <a:off x="2010917" y="3005452"/>
            <a:ext cx="1368300" cy="774600"/>
          </a:xfrm>
          <a:prstGeom prst="roundRect">
            <a:avLst>
              <a:gd fmla="val 19978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Forum"/>
              <a:ea typeface="Forum"/>
              <a:cs typeface="Forum"/>
              <a:sym typeface="Forum"/>
            </a:endParaRPr>
          </a:p>
        </p:txBody>
      </p:sp>
      <p:sp>
        <p:nvSpPr>
          <p:cNvPr descr="A yellow square." id="456" name="Google Shape;456;p49"/>
          <p:cNvSpPr/>
          <p:nvPr/>
        </p:nvSpPr>
        <p:spPr>
          <a:xfrm flipH="1">
            <a:off x="4352426" y="3909224"/>
            <a:ext cx="774600" cy="774600"/>
          </a:xfrm>
          <a:prstGeom prst="roundRect">
            <a:avLst>
              <a:gd fmla="val 19978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Forum"/>
              <a:ea typeface="Forum"/>
              <a:cs typeface="Forum"/>
              <a:sym typeface="Forum"/>
            </a:endParaRPr>
          </a:p>
        </p:txBody>
      </p:sp>
      <p:sp>
        <p:nvSpPr>
          <p:cNvPr descr="A lavender rectangle" id="457" name="Google Shape;457;p49"/>
          <p:cNvSpPr/>
          <p:nvPr/>
        </p:nvSpPr>
        <p:spPr>
          <a:xfrm flipH="1">
            <a:off x="6534259" y="3905677"/>
            <a:ext cx="1118400" cy="774600"/>
          </a:xfrm>
          <a:prstGeom prst="roundRect">
            <a:avLst>
              <a:gd fmla="val 19978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58" name="Google Shape;458;p49"/>
          <p:cNvSpPr txBox="1"/>
          <p:nvPr>
            <p:ph idx="1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Confidential</a:t>
            </a:r>
            <a:endParaRPr/>
          </a:p>
        </p:txBody>
      </p:sp>
      <p:pic>
        <p:nvPicPr>
          <p:cNvPr descr="Portrait of a woman posing over pink background. " id="459" name="Google Shape;459;p49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9468" l="0" r="0" t="19554"/>
          <a:stretch/>
        </p:blipFill>
        <p:spPr>
          <a:xfrm>
            <a:off x="228575" y="3005550"/>
            <a:ext cx="1636200" cy="774600"/>
          </a:xfrm>
          <a:prstGeom prst="roundRect">
            <a:avLst>
              <a:gd fmla="val 16667" name="adj"/>
            </a:avLst>
          </a:prstGeom>
        </p:spPr>
      </p:pic>
      <p:pic>
        <p:nvPicPr>
          <p:cNvPr descr="Delivery man holding pizza boxes." id="460" name="Google Shape;460;p49"/>
          <p:cNvPicPr preferRelativeResize="0"/>
          <p:nvPr>
            <p:ph idx="3" type="pic"/>
          </p:nvPr>
        </p:nvPicPr>
        <p:blipFill rotWithShape="1">
          <a:blip r:embed="rId4">
            <a:alphaModFix/>
          </a:blip>
          <a:srcRect b="12494" l="32980" r="5533" t="45150"/>
          <a:stretch/>
        </p:blipFill>
        <p:spPr>
          <a:xfrm>
            <a:off x="1149025" y="3909225"/>
            <a:ext cx="1543500" cy="774600"/>
          </a:xfrm>
          <a:prstGeom prst="roundRect">
            <a:avLst>
              <a:gd fmla="val 16667" name="adj"/>
            </a:avLst>
          </a:prstGeom>
        </p:spPr>
      </p:pic>
      <p:pic>
        <p:nvPicPr>
          <p:cNvPr descr="Male hand using mobile smart phone at desk workspace." id="461" name="Google Shape;461;p49"/>
          <p:cNvPicPr preferRelativeResize="0"/>
          <p:nvPr>
            <p:ph idx="4" type="pic"/>
          </p:nvPr>
        </p:nvPicPr>
        <p:blipFill rotWithShape="1">
          <a:blip r:embed="rId5">
            <a:alphaModFix/>
          </a:blip>
          <a:srcRect b="26922" l="0" r="4388" t="3618"/>
          <a:stretch/>
        </p:blipFill>
        <p:spPr>
          <a:xfrm>
            <a:off x="3525075" y="3005550"/>
            <a:ext cx="1599900" cy="774600"/>
          </a:xfrm>
          <a:prstGeom prst="roundRect">
            <a:avLst>
              <a:gd fmla="val 16667" name="adj"/>
            </a:avLst>
          </a:prstGeom>
        </p:spPr>
      </p:pic>
      <p:pic>
        <p:nvPicPr>
          <p:cNvPr descr="Studio portrait of man laughing." id="462" name="Google Shape;462;p49"/>
          <p:cNvPicPr preferRelativeResize="0"/>
          <p:nvPr>
            <p:ph idx="5" type="pic"/>
          </p:nvPr>
        </p:nvPicPr>
        <p:blipFill rotWithShape="1">
          <a:blip r:embed="rId6">
            <a:alphaModFix/>
          </a:blip>
          <a:srcRect b="0" l="119" r="119" t="0"/>
          <a:stretch/>
        </p:blipFill>
        <p:spPr>
          <a:xfrm>
            <a:off x="5271025" y="3005450"/>
            <a:ext cx="1118400" cy="1682100"/>
          </a:xfrm>
          <a:prstGeom prst="roundRect">
            <a:avLst>
              <a:gd fmla="val 16667" name="adj"/>
            </a:avLst>
          </a:prstGeom>
        </p:spPr>
      </p:pic>
      <p:pic>
        <p:nvPicPr>
          <p:cNvPr descr="A woman wearing headphones looking at her phone." id="463" name="Google Shape;463;p49"/>
          <p:cNvPicPr preferRelativeResize="0"/>
          <p:nvPr>
            <p:ph idx="6" type="pic"/>
          </p:nvPr>
        </p:nvPicPr>
        <p:blipFill rotWithShape="1">
          <a:blip r:embed="rId7">
            <a:alphaModFix/>
          </a:blip>
          <a:srcRect b="0" l="10383" r="45088" t="0"/>
          <a:stretch/>
        </p:blipFill>
        <p:spPr>
          <a:xfrm>
            <a:off x="7796850" y="3003650"/>
            <a:ext cx="1118400" cy="1673400"/>
          </a:xfrm>
          <a:prstGeom prst="roundRect">
            <a:avLst>
              <a:gd fmla="val 16667" name="adj"/>
            </a:avLst>
          </a:prstGeom>
        </p:spPr>
      </p:pic>
      <p:pic>
        <p:nvPicPr>
          <p:cNvPr descr="A rugged red texture, as of a rock face. " id="464" name="Google Shape;464;p49"/>
          <p:cNvPicPr preferRelativeResize="0"/>
          <p:nvPr>
            <p:ph idx="7" type="pic"/>
          </p:nvPr>
        </p:nvPicPr>
        <p:blipFill rotWithShape="1">
          <a:blip r:embed="rId8">
            <a:alphaModFix/>
          </a:blip>
          <a:srcRect b="16910" l="0" r="0" t="16903"/>
          <a:stretch/>
        </p:blipFill>
        <p:spPr>
          <a:xfrm>
            <a:off x="230525" y="3909225"/>
            <a:ext cx="774600" cy="774600"/>
          </a:xfrm>
          <a:prstGeom prst="roundRect">
            <a:avLst>
              <a:gd fmla="val 16667" name="adj"/>
            </a:avLst>
          </a:prstGeom>
        </p:spPr>
      </p:pic>
      <p:pic>
        <p:nvPicPr>
          <p:cNvPr descr="A rugged brown-purple texture, as of a tree trunk. " id="465" name="Google Shape;465;p49"/>
          <p:cNvPicPr preferRelativeResize="0"/>
          <p:nvPr>
            <p:ph idx="8" type="pic"/>
          </p:nvPr>
        </p:nvPicPr>
        <p:blipFill rotWithShape="1">
          <a:blip r:embed="rId9">
            <a:alphaModFix/>
          </a:blip>
          <a:srcRect b="7511" l="0" r="0" t="7519"/>
          <a:stretch/>
        </p:blipFill>
        <p:spPr>
          <a:xfrm>
            <a:off x="2838375" y="3909225"/>
            <a:ext cx="1368300" cy="774600"/>
          </a:xfrm>
          <a:prstGeom prst="roundRect">
            <a:avLst>
              <a:gd fmla="val 16667" name="adj"/>
            </a:avLst>
          </a:prstGeom>
        </p:spPr>
      </p:pic>
      <p:pic>
        <p:nvPicPr>
          <p:cNvPr descr="A rugged red texture, as of a rock face. " id="466" name="Google Shape;466;p49"/>
          <p:cNvPicPr preferRelativeResize="0"/>
          <p:nvPr>
            <p:ph idx="9" type="pic"/>
          </p:nvPr>
        </p:nvPicPr>
        <p:blipFill rotWithShape="1">
          <a:blip r:embed="rId8">
            <a:alphaModFix/>
          </a:blip>
          <a:srcRect b="27283" l="0" r="0" t="27283"/>
          <a:stretch/>
        </p:blipFill>
        <p:spPr>
          <a:xfrm>
            <a:off x="6535600" y="3008850"/>
            <a:ext cx="1118400" cy="767700"/>
          </a:xfrm>
          <a:prstGeom prst="roundRect">
            <a:avLst>
              <a:gd fmla="val 16667" name="adj"/>
            </a:avLst>
          </a:prstGeom>
        </p:spPr>
      </p:pic>
      <p:sp>
        <p:nvSpPr>
          <p:cNvPr id="467" name="Google Shape;467;p49"/>
          <p:cNvSpPr txBox="1"/>
          <p:nvPr/>
        </p:nvSpPr>
        <p:spPr>
          <a:xfrm>
            <a:off x="5041550" y="2631050"/>
            <a:ext cx="2528400" cy="2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SHAWN SHI</a:t>
            </a:r>
            <a:endParaRPr sz="10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50"/>
          <p:cNvSpPr txBox="1"/>
          <p:nvPr>
            <p:ph type="title"/>
          </p:nvPr>
        </p:nvSpPr>
        <p:spPr>
          <a:xfrm>
            <a:off x="228600" y="460100"/>
            <a:ext cx="8686800" cy="6096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AGENDA</a:t>
            </a:r>
            <a:endParaRPr/>
          </a:p>
        </p:txBody>
      </p:sp>
      <p:sp>
        <p:nvSpPr>
          <p:cNvPr id="473" name="Google Shape;473;p50"/>
          <p:cNvSpPr txBox="1"/>
          <p:nvPr>
            <p:ph idx="1" type="subTitle"/>
          </p:nvPr>
        </p:nvSpPr>
        <p:spPr>
          <a:xfrm>
            <a:off x="792675" y="2291175"/>
            <a:ext cx="3642900" cy="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/>
          </a:p>
        </p:txBody>
      </p:sp>
      <p:sp>
        <p:nvSpPr>
          <p:cNvPr id="474" name="Google Shape;474;p50"/>
          <p:cNvSpPr txBox="1"/>
          <p:nvPr>
            <p:ph idx="2" type="subTitle"/>
          </p:nvPr>
        </p:nvSpPr>
        <p:spPr>
          <a:xfrm>
            <a:off x="5089225" y="2291175"/>
            <a:ext cx="3826200" cy="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SET INTRODUCTION</a:t>
            </a:r>
            <a:endParaRPr/>
          </a:p>
        </p:txBody>
      </p:sp>
      <p:sp>
        <p:nvSpPr>
          <p:cNvPr id="475" name="Google Shape;475;p50"/>
          <p:cNvSpPr txBox="1"/>
          <p:nvPr>
            <p:ph idx="3" type="subTitle"/>
          </p:nvPr>
        </p:nvSpPr>
        <p:spPr>
          <a:xfrm>
            <a:off x="2571250" y="3086650"/>
            <a:ext cx="3418200" cy="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CLUSTERING MODEL</a:t>
            </a:r>
            <a:endParaRPr/>
          </a:p>
        </p:txBody>
      </p:sp>
      <p:sp>
        <p:nvSpPr>
          <p:cNvPr id="476" name="Google Shape;476;p50"/>
          <p:cNvSpPr txBox="1"/>
          <p:nvPr>
            <p:ph idx="4" type="subTitle"/>
          </p:nvPr>
        </p:nvSpPr>
        <p:spPr>
          <a:xfrm>
            <a:off x="6867700" y="3086650"/>
            <a:ext cx="3102900" cy="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PREDICTION MODEL</a:t>
            </a:r>
            <a:endParaRPr/>
          </a:p>
        </p:txBody>
      </p:sp>
      <p:grpSp>
        <p:nvGrpSpPr>
          <p:cNvPr id="477" name="Google Shape;477;p50"/>
          <p:cNvGrpSpPr/>
          <p:nvPr/>
        </p:nvGrpSpPr>
        <p:grpSpPr>
          <a:xfrm>
            <a:off x="228600" y="2211850"/>
            <a:ext cx="465300" cy="465300"/>
            <a:chOff x="228600" y="2211850"/>
            <a:chExt cx="465300" cy="465300"/>
          </a:xfrm>
        </p:grpSpPr>
        <p:sp>
          <p:nvSpPr>
            <p:cNvPr id="478" name="Google Shape;478;p50"/>
            <p:cNvSpPr/>
            <p:nvPr/>
          </p:nvSpPr>
          <p:spPr>
            <a:xfrm flipH="1">
              <a:off x="228600" y="2211850"/>
              <a:ext cx="465300" cy="465300"/>
            </a:xfrm>
            <a:prstGeom prst="roundRect">
              <a:avLst>
                <a:gd fmla="val 19978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30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Forum"/>
                <a:ea typeface="Forum"/>
                <a:cs typeface="Forum"/>
                <a:sym typeface="Forum"/>
              </a:endParaRPr>
            </a:p>
          </p:txBody>
        </p:sp>
        <p:sp>
          <p:nvSpPr>
            <p:cNvPr id="479" name="Google Shape;479;p50"/>
            <p:cNvSpPr txBox="1"/>
            <p:nvPr/>
          </p:nvSpPr>
          <p:spPr>
            <a:xfrm>
              <a:off x="228600" y="2255525"/>
              <a:ext cx="4653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lt1"/>
                  </a:solidFill>
                  <a:latin typeface="Forum"/>
                  <a:ea typeface="Forum"/>
                  <a:cs typeface="Forum"/>
                  <a:sym typeface="Forum"/>
                </a:rPr>
                <a:t>1</a:t>
              </a:r>
              <a:endParaRPr sz="1800">
                <a:solidFill>
                  <a:schemeClr val="lt1"/>
                </a:solidFill>
                <a:latin typeface="Forum"/>
                <a:ea typeface="Forum"/>
                <a:cs typeface="Forum"/>
                <a:sym typeface="Forum"/>
              </a:endParaRPr>
            </a:p>
          </p:txBody>
        </p:sp>
      </p:grpSp>
      <p:grpSp>
        <p:nvGrpSpPr>
          <p:cNvPr id="480" name="Google Shape;480;p50"/>
          <p:cNvGrpSpPr/>
          <p:nvPr/>
        </p:nvGrpSpPr>
        <p:grpSpPr>
          <a:xfrm>
            <a:off x="4525050" y="2211850"/>
            <a:ext cx="465300" cy="465300"/>
            <a:chOff x="4525050" y="2211850"/>
            <a:chExt cx="465300" cy="465300"/>
          </a:xfrm>
        </p:grpSpPr>
        <p:sp>
          <p:nvSpPr>
            <p:cNvPr id="481" name="Google Shape;481;p50"/>
            <p:cNvSpPr/>
            <p:nvPr/>
          </p:nvSpPr>
          <p:spPr>
            <a:xfrm flipH="1">
              <a:off x="4525050" y="2211850"/>
              <a:ext cx="465300" cy="465300"/>
            </a:xfrm>
            <a:prstGeom prst="roundRect">
              <a:avLst>
                <a:gd fmla="val 19978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30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endParaRPr>
            </a:p>
          </p:txBody>
        </p:sp>
        <p:sp>
          <p:nvSpPr>
            <p:cNvPr id="482" name="Google Shape;482;p50"/>
            <p:cNvSpPr txBox="1"/>
            <p:nvPr/>
          </p:nvSpPr>
          <p:spPr>
            <a:xfrm>
              <a:off x="4525050" y="2255525"/>
              <a:ext cx="4653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1"/>
                  </a:solidFill>
                  <a:latin typeface="Forum"/>
                  <a:ea typeface="Forum"/>
                  <a:cs typeface="Forum"/>
                  <a:sym typeface="Forum"/>
                </a:rPr>
                <a:t>2</a:t>
              </a:r>
              <a:endParaRPr sz="18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endParaRPr>
            </a:p>
          </p:txBody>
        </p:sp>
      </p:grpSp>
      <p:grpSp>
        <p:nvGrpSpPr>
          <p:cNvPr id="483" name="Google Shape;483;p50"/>
          <p:cNvGrpSpPr/>
          <p:nvPr/>
        </p:nvGrpSpPr>
        <p:grpSpPr>
          <a:xfrm>
            <a:off x="2007075" y="3011250"/>
            <a:ext cx="465300" cy="465300"/>
            <a:chOff x="2007075" y="3011250"/>
            <a:chExt cx="465300" cy="465300"/>
          </a:xfrm>
        </p:grpSpPr>
        <p:sp>
          <p:nvSpPr>
            <p:cNvPr id="484" name="Google Shape;484;p50"/>
            <p:cNvSpPr/>
            <p:nvPr/>
          </p:nvSpPr>
          <p:spPr>
            <a:xfrm flipH="1">
              <a:off x="2007075" y="3011250"/>
              <a:ext cx="465300" cy="465300"/>
            </a:xfrm>
            <a:prstGeom prst="roundRect">
              <a:avLst>
                <a:gd fmla="val 19978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30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Forum"/>
                <a:ea typeface="Forum"/>
                <a:cs typeface="Forum"/>
                <a:sym typeface="Forum"/>
              </a:endParaRPr>
            </a:p>
          </p:txBody>
        </p:sp>
        <p:sp>
          <p:nvSpPr>
            <p:cNvPr id="485" name="Google Shape;485;p50"/>
            <p:cNvSpPr txBox="1"/>
            <p:nvPr/>
          </p:nvSpPr>
          <p:spPr>
            <a:xfrm>
              <a:off x="2007075" y="3059250"/>
              <a:ext cx="4653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lt1"/>
                  </a:solidFill>
                  <a:latin typeface="Forum"/>
                  <a:ea typeface="Forum"/>
                  <a:cs typeface="Forum"/>
                  <a:sym typeface="Forum"/>
                </a:rPr>
                <a:t>3</a:t>
              </a:r>
              <a:endParaRPr sz="1800">
                <a:solidFill>
                  <a:schemeClr val="lt1"/>
                </a:solidFill>
                <a:latin typeface="Forum"/>
                <a:ea typeface="Forum"/>
                <a:cs typeface="Forum"/>
                <a:sym typeface="Forum"/>
              </a:endParaRPr>
            </a:p>
          </p:txBody>
        </p:sp>
      </p:grpSp>
      <p:grpSp>
        <p:nvGrpSpPr>
          <p:cNvPr id="486" name="Google Shape;486;p50"/>
          <p:cNvGrpSpPr/>
          <p:nvPr/>
        </p:nvGrpSpPr>
        <p:grpSpPr>
          <a:xfrm>
            <a:off x="6303525" y="3011250"/>
            <a:ext cx="465300" cy="465300"/>
            <a:chOff x="6303525" y="3011250"/>
            <a:chExt cx="465300" cy="465300"/>
          </a:xfrm>
        </p:grpSpPr>
        <p:sp>
          <p:nvSpPr>
            <p:cNvPr id="487" name="Google Shape;487;p50"/>
            <p:cNvSpPr/>
            <p:nvPr/>
          </p:nvSpPr>
          <p:spPr>
            <a:xfrm flipH="1">
              <a:off x="6303525" y="3011250"/>
              <a:ext cx="465300" cy="465300"/>
            </a:xfrm>
            <a:prstGeom prst="roundRect">
              <a:avLst>
                <a:gd fmla="val 19978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30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Forum"/>
                <a:ea typeface="Forum"/>
                <a:cs typeface="Forum"/>
                <a:sym typeface="Forum"/>
              </a:endParaRPr>
            </a:p>
          </p:txBody>
        </p:sp>
        <p:sp>
          <p:nvSpPr>
            <p:cNvPr id="488" name="Google Shape;488;p50"/>
            <p:cNvSpPr txBox="1"/>
            <p:nvPr/>
          </p:nvSpPr>
          <p:spPr>
            <a:xfrm>
              <a:off x="6303525" y="3059250"/>
              <a:ext cx="4653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lt1"/>
                  </a:solidFill>
                  <a:latin typeface="Forum"/>
                  <a:ea typeface="Forum"/>
                  <a:cs typeface="Forum"/>
                  <a:sym typeface="Forum"/>
                </a:rPr>
                <a:t>4</a:t>
              </a:r>
              <a:endParaRPr sz="1800">
                <a:solidFill>
                  <a:schemeClr val="lt1"/>
                </a:solidFill>
                <a:latin typeface="Forum"/>
                <a:ea typeface="Forum"/>
                <a:cs typeface="Forum"/>
                <a:sym typeface="Forum"/>
              </a:endParaRPr>
            </a:p>
          </p:txBody>
        </p:sp>
      </p:grpSp>
      <p:sp>
        <p:nvSpPr>
          <p:cNvPr id="489" name="Google Shape;489;p50"/>
          <p:cNvSpPr txBox="1"/>
          <p:nvPr>
            <p:ph idx="7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Confidential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51"/>
          <p:cNvSpPr txBox="1"/>
          <p:nvPr>
            <p:ph idx="1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Confidential</a:t>
            </a:r>
            <a:endParaRPr/>
          </a:p>
        </p:txBody>
      </p:sp>
      <p:sp>
        <p:nvSpPr>
          <p:cNvPr id="495" name="Google Shape;495;p51"/>
          <p:cNvSpPr txBox="1"/>
          <p:nvPr/>
        </p:nvSpPr>
        <p:spPr>
          <a:xfrm>
            <a:off x="403025" y="615925"/>
            <a:ext cx="8512500" cy="35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/>
              <a:t>Predicting </a:t>
            </a:r>
            <a:endParaRPr sz="4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/>
              <a:t>Online </a:t>
            </a:r>
            <a:endParaRPr sz="4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/>
              <a:t>vs. </a:t>
            </a:r>
            <a:endParaRPr sz="4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/>
              <a:t>Offline Shopping</a:t>
            </a:r>
            <a:endParaRPr sz="10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52"/>
          <p:cNvSpPr txBox="1"/>
          <p:nvPr/>
        </p:nvSpPr>
        <p:spPr>
          <a:xfrm>
            <a:off x="498075" y="501875"/>
            <a:ext cx="5094900" cy="11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/>
              <a:t>Why This Matters </a:t>
            </a:r>
            <a:endParaRPr sz="10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01" name="Google Shape;501;p52"/>
          <p:cNvSpPr txBox="1"/>
          <p:nvPr/>
        </p:nvSpPr>
        <p:spPr>
          <a:xfrm>
            <a:off x="304800" y="1528425"/>
            <a:ext cx="8440500" cy="28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2800"/>
              <a:t>•Online shoppers and in-store shoppers respond to different marketing channels</a:t>
            </a:r>
            <a:endParaRPr sz="2800"/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2800"/>
              <a:t>•If we can predict who is likely to shop online, we can allocate ad budget more efficiently</a:t>
            </a:r>
            <a:endParaRPr sz="2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Goal: match the right customer segment with the right channel </a:t>
            </a:r>
            <a:endParaRPr sz="6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53"/>
          <p:cNvSpPr txBox="1"/>
          <p:nvPr>
            <p:ph type="title"/>
          </p:nvPr>
        </p:nvSpPr>
        <p:spPr>
          <a:xfrm>
            <a:off x="181650" y="144900"/>
            <a:ext cx="8686800" cy="6246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Dataset </a:t>
            </a:r>
            <a:endParaRPr/>
          </a:p>
        </p:txBody>
      </p:sp>
      <p:sp>
        <p:nvSpPr>
          <p:cNvPr id="507" name="Google Shape;507;p53"/>
          <p:cNvSpPr txBox="1"/>
          <p:nvPr>
            <p:ph idx="1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Confidential</a:t>
            </a:r>
            <a:endParaRPr/>
          </a:p>
        </p:txBody>
      </p:sp>
      <p:pic>
        <p:nvPicPr>
          <p:cNvPr id="508" name="Google Shape;508;p53" title="Screenshot 2025-12-18 at 7.22.56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6325"/>
            <a:ext cx="8839204" cy="3539134"/>
          </a:xfrm>
          <a:prstGeom prst="rect">
            <a:avLst/>
          </a:prstGeom>
          <a:noFill/>
          <a:ln>
            <a:noFill/>
          </a:ln>
        </p:spPr>
      </p:pic>
      <p:sp>
        <p:nvSpPr>
          <p:cNvPr id="509" name="Google Shape;509;p53"/>
          <p:cNvSpPr txBox="1"/>
          <p:nvPr/>
        </p:nvSpPr>
        <p:spPr>
          <a:xfrm>
            <a:off x="549500" y="708375"/>
            <a:ext cx="8177400" cy="40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 u="sng">
                <a:solidFill>
                  <a:schemeClr val="hlink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  <a:hlinkClick r:id="rId4"/>
              </a:rPr>
              <a:t>https://app.deweydata.io/data/openbrand/consumer-insights-survey-data/consumer-electronics</a:t>
            </a:r>
            <a:endParaRPr sz="1050">
              <a:solidFill>
                <a:srgbClr val="008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008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54"/>
          <p:cNvSpPr txBox="1"/>
          <p:nvPr>
            <p:ph idx="1" type="body"/>
          </p:nvPr>
        </p:nvSpPr>
        <p:spPr>
          <a:xfrm>
            <a:off x="491075" y="1176300"/>
            <a:ext cx="7337400" cy="143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•Target: SHOP_ONLINE (1 = online shopper, 0 = offline shopper)</a:t>
            </a:r>
            <a:endParaRPr sz="3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•This is a binary classification problem</a:t>
            </a:r>
            <a:endParaRPr sz="3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•We evaluate models using Accuracy and AUC</a:t>
            </a:r>
            <a:endParaRPr sz="3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" name="Google Shape;515;p54"/>
          <p:cNvSpPr txBox="1"/>
          <p:nvPr>
            <p:ph type="title"/>
          </p:nvPr>
        </p:nvSpPr>
        <p:spPr>
          <a:xfrm>
            <a:off x="228600" y="399325"/>
            <a:ext cx="3531300" cy="6246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</a:rPr>
              <a:t>Prediction task</a:t>
            </a:r>
            <a:endParaRPr/>
          </a:p>
        </p:txBody>
      </p:sp>
      <p:sp>
        <p:nvSpPr>
          <p:cNvPr id="516" name="Google Shape;516;p54"/>
          <p:cNvSpPr txBox="1"/>
          <p:nvPr>
            <p:ph idx="2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Confidential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55"/>
          <p:cNvSpPr txBox="1"/>
          <p:nvPr>
            <p:ph idx="1" type="body"/>
          </p:nvPr>
        </p:nvSpPr>
        <p:spPr>
          <a:xfrm>
            <a:off x="491075" y="1023900"/>
            <a:ext cx="8157600" cy="41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•Step 1: Cluster consumers to reduce heterogeneity (different types of shoppers)</a:t>
            </a:r>
            <a:endParaRPr sz="3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•Step 2: Train separate prediction models within each cluster</a:t>
            </a:r>
            <a:endParaRPr sz="3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•Why: each segment can have different drivers for online shopping</a:t>
            </a:r>
            <a:endParaRPr sz="3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2" name="Google Shape;522;p55"/>
          <p:cNvSpPr txBox="1"/>
          <p:nvPr>
            <p:ph type="title"/>
          </p:nvPr>
        </p:nvSpPr>
        <p:spPr>
          <a:xfrm>
            <a:off x="228600" y="228600"/>
            <a:ext cx="8157600" cy="7953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Approach Overview</a:t>
            </a:r>
            <a:endParaRPr/>
          </a:p>
        </p:txBody>
      </p:sp>
      <p:sp>
        <p:nvSpPr>
          <p:cNvPr id="523" name="Google Shape;523;p55"/>
          <p:cNvSpPr txBox="1"/>
          <p:nvPr>
            <p:ph idx="2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Confidential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56"/>
          <p:cNvSpPr txBox="1"/>
          <p:nvPr>
            <p:ph idx="1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Confidential</a:t>
            </a:r>
            <a:endParaRPr/>
          </a:p>
        </p:txBody>
      </p:sp>
      <p:sp>
        <p:nvSpPr>
          <p:cNvPr id="529" name="Google Shape;529;p56"/>
          <p:cNvSpPr txBox="1"/>
          <p:nvPr/>
        </p:nvSpPr>
        <p:spPr>
          <a:xfrm>
            <a:off x="403025" y="615925"/>
            <a:ext cx="8512500" cy="10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/>
              <a:t>Clustering Visualization </a:t>
            </a:r>
            <a:endParaRPr sz="10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530" name="Google Shape;530;p56" title="Screenshot 2025-12-18 at 6.08.58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9025" y="1706800"/>
            <a:ext cx="4565715" cy="3158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57"/>
          <p:cNvSpPr txBox="1"/>
          <p:nvPr>
            <p:ph idx="1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Confidential</a:t>
            </a:r>
            <a:endParaRPr/>
          </a:p>
        </p:txBody>
      </p:sp>
      <p:sp>
        <p:nvSpPr>
          <p:cNvPr id="536" name="Google Shape;536;p57"/>
          <p:cNvSpPr txBox="1"/>
          <p:nvPr/>
        </p:nvSpPr>
        <p:spPr>
          <a:xfrm>
            <a:off x="403025" y="615925"/>
            <a:ext cx="8512500" cy="10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/>
              <a:t>Clustering </a:t>
            </a:r>
            <a:endParaRPr sz="10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537" name="Google Shape;537;p57" title="Screenshot 2025-12-18 at 6.10.07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833025"/>
            <a:ext cx="8586926" cy="29056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58"/>
          <p:cNvSpPr txBox="1"/>
          <p:nvPr>
            <p:ph idx="1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Confidential</a:t>
            </a:r>
            <a:endParaRPr/>
          </a:p>
        </p:txBody>
      </p:sp>
      <p:sp>
        <p:nvSpPr>
          <p:cNvPr id="543" name="Google Shape;543;p58"/>
          <p:cNvSpPr txBox="1"/>
          <p:nvPr/>
        </p:nvSpPr>
        <p:spPr>
          <a:xfrm>
            <a:off x="127875" y="228600"/>
            <a:ext cx="8512500" cy="10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/>
              <a:t>Clustering 0</a:t>
            </a:r>
            <a:endParaRPr sz="10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44" name="Google Shape;544;p58"/>
          <p:cNvSpPr txBox="1"/>
          <p:nvPr/>
        </p:nvSpPr>
        <p:spPr>
          <a:xfrm>
            <a:off x="491075" y="1447800"/>
            <a:ext cx="8512500" cy="294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2100"/>
              <a:t>•Higher online shopping rate: SHOP_ONLINE True ≈ 65%</a:t>
            </a:r>
            <a:endParaRPr sz="2100"/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2100"/>
              <a:t>•Online activity signal is strong: ONLINE_ACTIVITY True ≈ 69% (some Unknown)</a:t>
            </a:r>
            <a:endParaRPr sz="2100"/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2100"/>
              <a:t>•Typical working-age, mid-income households; mostly urban/metro</a:t>
            </a:r>
            <a:endParaRPr sz="2100"/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2100"/>
              <a:t>•Interpretation: online behavior is explainable and predictable from observed signals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59"/>
          <p:cNvSpPr txBox="1"/>
          <p:nvPr>
            <p:ph idx="1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Confidential</a:t>
            </a:r>
            <a:endParaRPr/>
          </a:p>
        </p:txBody>
      </p:sp>
      <p:sp>
        <p:nvSpPr>
          <p:cNvPr id="550" name="Google Shape;550;p59"/>
          <p:cNvSpPr txBox="1"/>
          <p:nvPr/>
        </p:nvSpPr>
        <p:spPr>
          <a:xfrm>
            <a:off x="127875" y="228600"/>
            <a:ext cx="8512500" cy="10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/>
              <a:t>Clustering 1</a:t>
            </a:r>
            <a:endParaRPr sz="10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51" name="Google Shape;551;p59"/>
          <p:cNvSpPr txBox="1"/>
          <p:nvPr/>
        </p:nvSpPr>
        <p:spPr>
          <a:xfrm>
            <a:off x="491075" y="1447800"/>
            <a:ext cx="8512500" cy="294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2100"/>
              <a:t>•Higher online shopping rate: SHOP_ONLINE True ≈ 65%</a:t>
            </a:r>
            <a:endParaRPr sz="2100"/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2100"/>
              <a:t>•Online activity signal is strong: ONLINE_ACTIVITY True ≈ 69% (some Unknown)</a:t>
            </a:r>
            <a:endParaRPr sz="2100"/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2100"/>
              <a:t>•Typical working-age, mid-income households; mostly urban/metro</a:t>
            </a:r>
            <a:endParaRPr sz="2100"/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2100"/>
              <a:t>•Interpretation: online behavior is explainable and predictable from observed signals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60"/>
          <p:cNvSpPr txBox="1"/>
          <p:nvPr>
            <p:ph idx="1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Confidential</a:t>
            </a:r>
            <a:endParaRPr/>
          </a:p>
        </p:txBody>
      </p:sp>
      <p:sp>
        <p:nvSpPr>
          <p:cNvPr id="557" name="Google Shape;557;p60"/>
          <p:cNvSpPr txBox="1"/>
          <p:nvPr/>
        </p:nvSpPr>
        <p:spPr>
          <a:xfrm>
            <a:off x="127875" y="228600"/>
            <a:ext cx="8512500" cy="10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/>
              <a:t>Clustering 2</a:t>
            </a:r>
            <a:endParaRPr sz="10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58" name="Google Shape;558;p60"/>
          <p:cNvSpPr txBox="1"/>
          <p:nvPr/>
        </p:nvSpPr>
        <p:spPr>
          <a:xfrm>
            <a:off x="491075" y="1447800"/>
            <a:ext cx="8512500" cy="294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2800"/>
              <a:t>•Large proportion of missing or unknown demographic and behavior variables</a:t>
            </a:r>
            <a:endParaRPr sz="2800"/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2800"/>
              <a:t>•Weaker and less consistent signals</a:t>
            </a:r>
            <a:endParaRPr sz="2800"/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2800"/>
              <a:t>•Interpretation and targeting require more caution</a:t>
            </a:r>
            <a:endParaRPr sz="2800"/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61"/>
          <p:cNvSpPr txBox="1"/>
          <p:nvPr>
            <p:ph type="title"/>
          </p:nvPr>
        </p:nvSpPr>
        <p:spPr>
          <a:xfrm>
            <a:off x="228600" y="460100"/>
            <a:ext cx="8686800" cy="4803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/>
              <a:t>Step2: What We Did For Each Cluster</a:t>
            </a:r>
            <a:endParaRPr b="1" sz="3600"/>
          </a:p>
        </p:txBody>
      </p:sp>
      <p:sp>
        <p:nvSpPr>
          <p:cNvPr id="564" name="Google Shape;564;p61"/>
          <p:cNvSpPr txBox="1"/>
          <p:nvPr/>
        </p:nvSpPr>
        <p:spPr>
          <a:xfrm>
            <a:off x="444500" y="1299625"/>
            <a:ext cx="7937400" cy="3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2400">
                <a:latin typeface="Forum"/>
                <a:ea typeface="Forum"/>
                <a:cs typeface="Forum"/>
                <a:sym typeface="Forum"/>
              </a:rPr>
              <a:t>•Trained prediction models separately within each cluster</a:t>
            </a:r>
            <a:endParaRPr sz="2400">
              <a:latin typeface="Forum"/>
              <a:ea typeface="Forum"/>
              <a:cs typeface="Forum"/>
              <a:sym typeface="Forum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2400">
                <a:latin typeface="Forum"/>
                <a:ea typeface="Forum"/>
                <a:cs typeface="Forum"/>
                <a:sym typeface="Forum"/>
              </a:rPr>
              <a:t>•Used Logistic Regression as a baseline model</a:t>
            </a:r>
            <a:endParaRPr sz="2400">
              <a:latin typeface="Forum"/>
              <a:ea typeface="Forum"/>
              <a:cs typeface="Forum"/>
              <a:sym typeface="Forum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2400">
                <a:latin typeface="Forum"/>
                <a:ea typeface="Forum"/>
                <a:cs typeface="Forum"/>
                <a:sym typeface="Forum"/>
              </a:rPr>
              <a:t>•Applied tree-based models to capture more complex behavior patterns</a:t>
            </a:r>
            <a:endParaRPr sz="2400">
              <a:latin typeface="Forum"/>
              <a:ea typeface="Forum"/>
              <a:cs typeface="Forum"/>
              <a:sym typeface="For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62"/>
          <p:cNvSpPr txBox="1"/>
          <p:nvPr>
            <p:ph type="title"/>
          </p:nvPr>
        </p:nvSpPr>
        <p:spPr>
          <a:xfrm>
            <a:off x="228600" y="460100"/>
            <a:ext cx="8686800" cy="4803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/>
              <a:t>Model Result</a:t>
            </a:r>
            <a:endParaRPr b="1" sz="3600"/>
          </a:p>
        </p:txBody>
      </p:sp>
      <p:sp>
        <p:nvSpPr>
          <p:cNvPr id="570" name="Google Shape;570;p62"/>
          <p:cNvSpPr txBox="1"/>
          <p:nvPr/>
        </p:nvSpPr>
        <p:spPr>
          <a:xfrm>
            <a:off x="444500" y="1299625"/>
            <a:ext cx="7937400" cy="3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2400">
                <a:latin typeface="Forum"/>
                <a:ea typeface="Forum"/>
                <a:cs typeface="Forum"/>
                <a:sym typeface="Forum"/>
              </a:rPr>
              <a:t>•Prediction models perform well in identifying online vs. offline shoppers</a:t>
            </a:r>
            <a:endParaRPr sz="2400">
              <a:latin typeface="Forum"/>
              <a:ea typeface="Forum"/>
              <a:cs typeface="Forum"/>
              <a:sym typeface="Forum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2400">
                <a:latin typeface="Forum"/>
                <a:ea typeface="Forum"/>
                <a:cs typeface="Forum"/>
                <a:sym typeface="Forum"/>
              </a:rPr>
              <a:t>•Tree-based models outperform the linear baseline</a:t>
            </a:r>
            <a:endParaRPr sz="2400">
              <a:latin typeface="Forum"/>
              <a:ea typeface="Forum"/>
              <a:cs typeface="Forum"/>
              <a:sym typeface="Forum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2400">
                <a:latin typeface="Forum"/>
                <a:ea typeface="Forum"/>
                <a:cs typeface="Forum"/>
                <a:sym typeface="Forum"/>
              </a:rPr>
              <a:t>•Results suggest shopping channel choice is driven by multiple interacting factors</a:t>
            </a:r>
            <a:endParaRPr sz="2400">
              <a:latin typeface="Forum"/>
              <a:ea typeface="Forum"/>
              <a:cs typeface="Forum"/>
              <a:sym typeface="Forum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Forum"/>
              <a:ea typeface="Forum"/>
              <a:cs typeface="Forum"/>
              <a:sym typeface="For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Forum"/>
              <a:ea typeface="Forum"/>
              <a:cs typeface="Forum"/>
              <a:sym typeface="Forum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63"/>
          <p:cNvSpPr txBox="1"/>
          <p:nvPr>
            <p:ph type="title"/>
          </p:nvPr>
        </p:nvSpPr>
        <p:spPr>
          <a:xfrm>
            <a:off x="228600" y="460100"/>
            <a:ext cx="8686800" cy="4803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/>
              <a:t>Business Value 1</a:t>
            </a:r>
            <a:endParaRPr b="1" sz="3600"/>
          </a:p>
        </p:txBody>
      </p:sp>
      <p:sp>
        <p:nvSpPr>
          <p:cNvPr id="576" name="Google Shape;576;p63"/>
          <p:cNvSpPr txBox="1"/>
          <p:nvPr/>
        </p:nvSpPr>
        <p:spPr>
          <a:xfrm>
            <a:off x="338675" y="1299725"/>
            <a:ext cx="7937400" cy="3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2400">
                <a:latin typeface="Forum"/>
                <a:ea typeface="Forum"/>
                <a:cs typeface="Forum"/>
                <a:sym typeface="Forum"/>
              </a:rPr>
              <a:t>•Clustering turns a large customer base into manageable segments</a:t>
            </a:r>
            <a:endParaRPr sz="2400">
              <a:latin typeface="Forum"/>
              <a:ea typeface="Forum"/>
              <a:cs typeface="Forum"/>
              <a:sym typeface="Forum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2400">
                <a:latin typeface="Forum"/>
                <a:ea typeface="Forum"/>
                <a:cs typeface="Forum"/>
                <a:sym typeface="Forum"/>
              </a:rPr>
              <a:t>•Each cluster forms a clear customer profile with distinct behaviors</a:t>
            </a:r>
            <a:endParaRPr sz="2400">
              <a:latin typeface="Forum"/>
              <a:ea typeface="Forum"/>
              <a:cs typeface="Forum"/>
              <a:sym typeface="Forum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2400">
                <a:latin typeface="Forum"/>
                <a:ea typeface="Forum"/>
                <a:cs typeface="Forum"/>
                <a:sym typeface="Forum"/>
              </a:rPr>
              <a:t>•Helps marketers understand who their customers are and how they shop</a:t>
            </a:r>
            <a:endParaRPr sz="2400">
              <a:latin typeface="Forum"/>
              <a:ea typeface="Forum"/>
              <a:cs typeface="Forum"/>
              <a:sym typeface="For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Forum"/>
              <a:ea typeface="Forum"/>
              <a:cs typeface="Forum"/>
              <a:sym typeface="Forum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64"/>
          <p:cNvSpPr txBox="1"/>
          <p:nvPr>
            <p:ph type="title"/>
          </p:nvPr>
        </p:nvSpPr>
        <p:spPr>
          <a:xfrm>
            <a:off x="228600" y="460100"/>
            <a:ext cx="8686800" cy="4803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/>
              <a:t>Business Value 2</a:t>
            </a:r>
            <a:endParaRPr b="1" sz="3600"/>
          </a:p>
        </p:txBody>
      </p:sp>
      <p:sp>
        <p:nvSpPr>
          <p:cNvPr id="582" name="Google Shape;582;p64"/>
          <p:cNvSpPr txBox="1"/>
          <p:nvPr/>
        </p:nvSpPr>
        <p:spPr>
          <a:xfrm>
            <a:off x="402150" y="1172625"/>
            <a:ext cx="7937400" cy="3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2400">
                <a:latin typeface="Forum"/>
                <a:ea typeface="Forum"/>
                <a:cs typeface="Forum"/>
                <a:sym typeface="Forum"/>
              </a:rPr>
              <a:t>•Prediction models translate customer profiles into channel decisions</a:t>
            </a:r>
            <a:endParaRPr sz="2400">
              <a:latin typeface="Forum"/>
              <a:ea typeface="Forum"/>
              <a:cs typeface="Forum"/>
              <a:sym typeface="Forum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2400">
                <a:latin typeface="Forum"/>
                <a:ea typeface="Forum"/>
                <a:cs typeface="Forum"/>
                <a:sym typeface="Forum"/>
              </a:rPr>
              <a:t>•Cluster 0: prioritize online ads, email, and retargeting</a:t>
            </a:r>
            <a:endParaRPr sz="2400">
              <a:latin typeface="Forum"/>
              <a:ea typeface="Forum"/>
              <a:cs typeface="Forum"/>
              <a:sym typeface="Forum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2400">
                <a:latin typeface="Forum"/>
                <a:ea typeface="Forum"/>
                <a:cs typeface="Forum"/>
                <a:sym typeface="Forum"/>
              </a:rPr>
              <a:t>•Other clusters may benefit more from in-store or combined campaigns</a:t>
            </a:r>
            <a:endParaRPr sz="2400">
              <a:latin typeface="Forum"/>
              <a:ea typeface="Forum"/>
              <a:cs typeface="Forum"/>
              <a:sym typeface="Forum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Forum"/>
              <a:ea typeface="Forum"/>
              <a:cs typeface="Forum"/>
              <a:sym typeface="For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Forum"/>
              <a:ea typeface="Forum"/>
              <a:cs typeface="Forum"/>
              <a:sym typeface="Forum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65"/>
          <p:cNvSpPr txBox="1"/>
          <p:nvPr>
            <p:ph type="title"/>
          </p:nvPr>
        </p:nvSpPr>
        <p:spPr>
          <a:xfrm>
            <a:off x="228600" y="460100"/>
            <a:ext cx="8686800" cy="4803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000000"/>
                </a:solidFill>
              </a:rPr>
              <a:t>Example: Applying Insights to Marketing</a:t>
            </a:r>
            <a:endParaRPr b="1" sz="3600"/>
          </a:p>
        </p:txBody>
      </p:sp>
      <p:sp>
        <p:nvSpPr>
          <p:cNvPr id="588" name="Google Shape;588;p65"/>
          <p:cNvSpPr txBox="1"/>
          <p:nvPr/>
        </p:nvSpPr>
        <p:spPr>
          <a:xfrm>
            <a:off x="402150" y="1299725"/>
            <a:ext cx="7937400" cy="3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2400">
                <a:latin typeface="Forum"/>
                <a:ea typeface="Forum"/>
                <a:cs typeface="Forum"/>
                <a:sym typeface="Forum"/>
              </a:rPr>
              <a:t>•Digital-first customers: online ads, email campaigns, Black Friday promotions</a:t>
            </a:r>
            <a:endParaRPr sz="2400">
              <a:latin typeface="Forum"/>
              <a:ea typeface="Forum"/>
              <a:cs typeface="Forum"/>
              <a:sym typeface="Forum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2400">
                <a:latin typeface="Forum"/>
                <a:ea typeface="Forum"/>
                <a:cs typeface="Forum"/>
                <a:sym typeface="Forum"/>
              </a:rPr>
              <a:t>•Store-first customers: in-store promotions supported by online awareness</a:t>
            </a:r>
            <a:endParaRPr sz="2400">
              <a:latin typeface="Forum"/>
              <a:ea typeface="Forum"/>
              <a:cs typeface="Forum"/>
              <a:sym typeface="Forum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2400">
                <a:latin typeface="Forum"/>
                <a:ea typeface="Forum"/>
                <a:cs typeface="Forum"/>
                <a:sym typeface="Forum"/>
              </a:rPr>
              <a:t>•Platform choice matters: Instagram vs. email vs. in-store events</a:t>
            </a:r>
            <a:endParaRPr sz="2400">
              <a:latin typeface="Forum"/>
              <a:ea typeface="Forum"/>
              <a:cs typeface="Forum"/>
              <a:sym typeface="Forum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Forum"/>
              <a:ea typeface="Forum"/>
              <a:cs typeface="Forum"/>
              <a:sym typeface="For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Forum"/>
              <a:ea typeface="Forum"/>
              <a:cs typeface="Forum"/>
              <a:sym typeface="Forum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66"/>
          <p:cNvSpPr txBox="1"/>
          <p:nvPr>
            <p:ph type="title"/>
          </p:nvPr>
        </p:nvSpPr>
        <p:spPr>
          <a:xfrm>
            <a:off x="228600" y="460100"/>
            <a:ext cx="8686800" cy="4803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000000"/>
                </a:solidFill>
              </a:rPr>
              <a:t>Conclusion</a:t>
            </a:r>
            <a:endParaRPr b="1" sz="3600"/>
          </a:p>
        </p:txBody>
      </p:sp>
      <p:sp>
        <p:nvSpPr>
          <p:cNvPr id="594" name="Google Shape;594;p66"/>
          <p:cNvSpPr txBox="1"/>
          <p:nvPr/>
        </p:nvSpPr>
        <p:spPr>
          <a:xfrm>
            <a:off x="402150" y="1299725"/>
            <a:ext cx="7937400" cy="3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3000">
                <a:latin typeface="Forum"/>
                <a:ea typeface="Forum"/>
                <a:cs typeface="Forum"/>
                <a:sym typeface="Forum"/>
              </a:rPr>
              <a:t>•Clustering helps companies understand different types of customers</a:t>
            </a:r>
            <a:endParaRPr sz="3000">
              <a:latin typeface="Forum"/>
              <a:ea typeface="Forum"/>
              <a:cs typeface="Forum"/>
              <a:sym typeface="Forum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3000">
                <a:latin typeface="Forum"/>
                <a:ea typeface="Forum"/>
                <a:cs typeface="Forum"/>
                <a:sym typeface="Forum"/>
              </a:rPr>
              <a:t>•Prediction models help decide where and how to market to them</a:t>
            </a:r>
            <a:endParaRPr sz="3000">
              <a:latin typeface="Forum"/>
              <a:ea typeface="Forum"/>
              <a:cs typeface="Forum"/>
              <a:sym typeface="Forum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3000">
                <a:latin typeface="Forum"/>
                <a:ea typeface="Forum"/>
                <a:cs typeface="Forum"/>
                <a:sym typeface="Forum"/>
              </a:rPr>
              <a:t>•Together, they support more efficient and strategic marketing decisions</a:t>
            </a:r>
            <a:endParaRPr sz="3000">
              <a:latin typeface="Forum"/>
              <a:ea typeface="Forum"/>
              <a:cs typeface="Forum"/>
              <a:sym typeface="Forum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Forum"/>
              <a:ea typeface="Forum"/>
              <a:cs typeface="Forum"/>
              <a:sym typeface="Forum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Forum"/>
              <a:ea typeface="Forum"/>
              <a:cs typeface="Forum"/>
              <a:sym typeface="For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Forum"/>
              <a:ea typeface="Forum"/>
              <a:cs typeface="Forum"/>
              <a:sym typeface="Forum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67"/>
          <p:cNvSpPr txBox="1"/>
          <p:nvPr>
            <p:ph type="title"/>
          </p:nvPr>
        </p:nvSpPr>
        <p:spPr>
          <a:xfrm>
            <a:off x="974100" y="858600"/>
            <a:ext cx="7289700" cy="18858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      YOU!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arketing Plan Presentation [Style 2]">
  <a:themeElements>
    <a:clrScheme name="Simple Light">
      <a:dk1>
        <a:srgbClr val="F9F9F9"/>
      </a:dk1>
      <a:lt1>
        <a:srgbClr val="101010"/>
      </a:lt1>
      <a:dk2>
        <a:srgbClr val="E6E8FF"/>
      </a:dk2>
      <a:lt2>
        <a:srgbClr val="C6B9F1"/>
      </a:lt2>
      <a:accent1>
        <a:srgbClr val="E11444"/>
      </a:accent1>
      <a:accent2>
        <a:srgbClr val="FCE82E"/>
      </a:accent2>
      <a:accent3>
        <a:srgbClr val="FFE6D4"/>
      </a:accent3>
      <a:accent4>
        <a:srgbClr val="4E4E4E"/>
      </a:accent4>
      <a:accent5>
        <a:srgbClr val="93A2A2"/>
      </a:accent5>
      <a:accent6>
        <a:srgbClr val="B7B7B7"/>
      </a:accent6>
      <a:hlink>
        <a:srgbClr val="F96E0C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